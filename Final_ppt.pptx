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Open Sans" panose="020B0606030504020204" pitchFamily="34" charset="0"/>
      <p:regular r:id="rId14"/>
    </p:embeddedFont>
    <p:embeddedFont>
      <p:font typeface="Open Sans Bold" panose="020B0806030504020204" charset="0"/>
      <p:regular r:id="rId15"/>
    </p:embeddedFont>
    <p:embeddedFont>
      <p:font typeface="Unbounded 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3A96C5-1D68-4C4E-93CC-CAC8B350A280}" v="264" dt="2026-09-02T17:49:16.1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deep Sarkar" userId="d21d20263e62353c" providerId="LiveId" clId="{B794B383-E2F6-4D95-8DC4-3E0283E5A6A5}"/>
    <pc:docChg chg="undo redo custSel modSld sldOrd modMainMaster">
      <pc:chgData name="Sudeep Sarkar" userId="d21d20263e62353c" providerId="LiveId" clId="{B794B383-E2F6-4D95-8DC4-3E0283E5A6A5}" dt="2026-09-02T17:49:16.124" v="605"/>
      <pc:docMkLst>
        <pc:docMk/>
      </pc:docMkLst>
      <pc:sldChg chg="addSp delSp modSp mod modTransition addAnim delAnim modAnim">
        <pc:chgData name="Sudeep Sarkar" userId="d21d20263e62353c" providerId="LiveId" clId="{B794B383-E2F6-4D95-8DC4-3E0283E5A6A5}" dt="2026-09-02T17:24:07.059" v="386"/>
        <pc:sldMkLst>
          <pc:docMk/>
          <pc:sldMk cId="0" sldId="256"/>
        </pc:sldMkLst>
        <pc:spChg chg="del mod">
          <ac:chgData name="Sudeep Sarkar" userId="d21d20263e62353c" providerId="LiveId" clId="{B794B383-E2F6-4D95-8DC4-3E0283E5A6A5}" dt="2026-09-02T17:20:06.410" v="363" actId="478"/>
          <ac:spMkLst>
            <pc:docMk/>
            <pc:sldMk cId="0" sldId="256"/>
            <ac:spMk id="3" creationId="{00000000-0000-0000-0000-000000000000}"/>
          </ac:spMkLst>
        </pc:spChg>
        <pc:spChg chg="del mod">
          <ac:chgData name="Sudeep Sarkar" userId="d21d20263e62353c" providerId="LiveId" clId="{B794B383-E2F6-4D95-8DC4-3E0283E5A6A5}" dt="2026-09-02T17:20:06.410" v="363" actId="478"/>
          <ac:spMkLst>
            <pc:docMk/>
            <pc:sldMk cId="0" sldId="256"/>
            <ac:spMk id="4" creationId="{00000000-0000-0000-0000-000000000000}"/>
          </ac:spMkLst>
        </pc:spChg>
        <pc:spChg chg="del mod">
          <ac:chgData name="Sudeep Sarkar" userId="d21d20263e62353c" providerId="LiveId" clId="{B794B383-E2F6-4D95-8DC4-3E0283E5A6A5}" dt="2026-09-02T17:20:06.410" v="363" actId="478"/>
          <ac:spMkLst>
            <pc:docMk/>
            <pc:sldMk cId="0" sldId="256"/>
            <ac:spMk id="5" creationId="{00000000-0000-0000-0000-000000000000}"/>
          </ac:spMkLst>
        </pc:spChg>
        <pc:spChg chg="add del mod">
          <ac:chgData name="Sudeep Sarkar" userId="d21d20263e62353c" providerId="LiveId" clId="{B794B383-E2F6-4D95-8DC4-3E0283E5A6A5}" dt="2026-09-01T18:53:44.022" v="51"/>
          <ac:spMkLst>
            <pc:docMk/>
            <pc:sldMk cId="0" sldId="256"/>
            <ac:spMk id="6" creationId="{9A32059A-1641-0A89-DBED-41EEA802F3B3}"/>
          </ac:spMkLst>
        </pc:spChg>
        <pc:spChg chg="add del mod">
          <ac:chgData name="Sudeep Sarkar" userId="d21d20263e62353c" providerId="LiveId" clId="{B794B383-E2F6-4D95-8DC4-3E0283E5A6A5}" dt="2026-09-02T17:20:06.410" v="363" actId="478"/>
          <ac:spMkLst>
            <pc:docMk/>
            <pc:sldMk cId="0" sldId="256"/>
            <ac:spMk id="7" creationId="{EA2D29C0-9F1A-8B87-9A37-91E8BC7407D2}"/>
          </ac:spMkLst>
        </pc:spChg>
        <pc:spChg chg="add del mod ord">
          <ac:chgData name="Sudeep Sarkar" userId="d21d20263e62353c" providerId="LiveId" clId="{B794B383-E2F6-4D95-8DC4-3E0283E5A6A5}" dt="2026-09-02T17:20:06.410" v="363" actId="478"/>
          <ac:spMkLst>
            <pc:docMk/>
            <pc:sldMk cId="0" sldId="256"/>
            <ac:spMk id="8" creationId="{0E37137F-0E24-8BB2-A3FA-922492319BAE}"/>
          </ac:spMkLst>
        </pc:spChg>
        <pc:spChg chg="add del mod ord">
          <ac:chgData name="Sudeep Sarkar" userId="d21d20263e62353c" providerId="LiveId" clId="{B794B383-E2F6-4D95-8DC4-3E0283E5A6A5}" dt="2026-09-01T19:01:37.452" v="139" actId="478"/>
          <ac:spMkLst>
            <pc:docMk/>
            <pc:sldMk cId="0" sldId="256"/>
            <ac:spMk id="9" creationId="{9D4A3921-B77C-29D9-69C5-71B3BBDFE6A8}"/>
          </ac:spMkLst>
        </pc:spChg>
        <pc:spChg chg="add del mod ord">
          <ac:chgData name="Sudeep Sarkar" userId="d21d20263e62353c" providerId="LiveId" clId="{B794B383-E2F6-4D95-8DC4-3E0283E5A6A5}" dt="2026-09-02T17:20:06.410" v="363" actId="478"/>
          <ac:spMkLst>
            <pc:docMk/>
            <pc:sldMk cId="0" sldId="256"/>
            <ac:spMk id="10" creationId="{9F4E6C56-9062-71AA-A05C-1060C229BE68}"/>
          </ac:spMkLst>
        </pc:spChg>
        <pc:picChg chg="del mod">
          <ac:chgData name="Sudeep Sarkar" userId="d21d20263e62353c" providerId="LiveId" clId="{B794B383-E2F6-4D95-8DC4-3E0283E5A6A5}" dt="2026-09-02T17:20:06.410" v="363" actId="478"/>
          <ac:picMkLst>
            <pc:docMk/>
            <pc:sldMk cId="0" sldId="256"/>
            <ac:picMk id="2" creationId="{00000000-0000-0000-0000-000000000000}"/>
          </ac:picMkLst>
        </pc:picChg>
        <pc:picChg chg="add del mod">
          <ac:chgData name="Sudeep Sarkar" userId="d21d20263e62353c" providerId="LiveId" clId="{B794B383-E2F6-4D95-8DC4-3E0283E5A6A5}" dt="2026-09-02T17:20:06.410" v="363" actId="478"/>
          <ac:picMkLst>
            <pc:docMk/>
            <pc:sldMk cId="0" sldId="256"/>
            <ac:picMk id="9" creationId="{8097EAA8-37F6-6BBF-DC6E-3E956A684EF8}"/>
          </ac:picMkLst>
        </pc:picChg>
        <pc:picChg chg="add del mod">
          <ac:chgData name="Sudeep Sarkar" userId="d21d20263e62353c" providerId="LiveId" clId="{B794B383-E2F6-4D95-8DC4-3E0283E5A6A5}" dt="2026-09-02T17:20:06.410" v="363" actId="478"/>
          <ac:picMkLst>
            <pc:docMk/>
            <pc:sldMk cId="0" sldId="256"/>
            <ac:picMk id="12" creationId="{720D904E-4683-023F-D97A-E5868F01B9DE}"/>
          </ac:picMkLst>
        </pc:picChg>
        <pc:picChg chg="add">
          <ac:chgData name="Sudeep Sarkar" userId="d21d20263e62353c" providerId="LiveId" clId="{B794B383-E2F6-4D95-8DC4-3E0283E5A6A5}" dt="2026-09-02T17:20:16.419" v="364" actId="22"/>
          <ac:picMkLst>
            <pc:docMk/>
            <pc:sldMk cId="0" sldId="256"/>
            <ac:picMk id="13" creationId="{139D0395-8B1B-1C9D-D80D-444DA3708559}"/>
          </ac:picMkLst>
        </pc:picChg>
        <pc:picChg chg="add del">
          <ac:chgData name="Sudeep Sarkar" userId="d21d20263e62353c" providerId="LiveId" clId="{B794B383-E2F6-4D95-8DC4-3E0283E5A6A5}" dt="2026-09-02T17:23:57.345" v="385" actId="22"/>
          <ac:picMkLst>
            <pc:docMk/>
            <pc:sldMk cId="0" sldId="256"/>
            <ac:picMk id="15" creationId="{A75BC929-D72C-15D9-2DFA-FE105ED1CE86}"/>
          </ac:picMkLst>
        </pc:picChg>
      </pc:sldChg>
      <pc:sldChg chg="addSp modSp mod ord modTransition addAnim delAnim modAnim">
        <pc:chgData name="Sudeep Sarkar" userId="d21d20263e62353c" providerId="LiveId" clId="{B794B383-E2F6-4D95-8DC4-3E0283E5A6A5}" dt="2026-09-02T17:49:16.124" v="605"/>
        <pc:sldMkLst>
          <pc:docMk/>
          <pc:sldMk cId="0" sldId="257"/>
        </pc:sldMkLst>
        <pc:spChg chg="mod ord">
          <ac:chgData name="Sudeep Sarkar" userId="d21d20263e62353c" providerId="LiveId" clId="{B794B383-E2F6-4D95-8DC4-3E0283E5A6A5}" dt="2026-09-02T17:18:30.061" v="356" actId="1076"/>
          <ac:spMkLst>
            <pc:docMk/>
            <pc:sldMk cId="0" sldId="257"/>
            <ac:spMk id="7" creationId="{00000000-0000-0000-0000-000000000000}"/>
          </ac:spMkLst>
        </pc:spChg>
        <pc:spChg chg="mod ord">
          <ac:chgData name="Sudeep Sarkar" userId="d21d20263e62353c" providerId="LiveId" clId="{B794B383-E2F6-4D95-8DC4-3E0283E5A6A5}" dt="2026-09-02T17:18:33.081" v="357" actId="1076"/>
          <ac:spMkLst>
            <pc:docMk/>
            <pc:sldMk cId="0" sldId="257"/>
            <ac:spMk id="8" creationId="{00000000-0000-0000-0000-000000000000}"/>
          </ac:spMkLst>
        </pc:spChg>
        <pc:spChg chg="mod">
          <ac:chgData name="Sudeep Sarkar" userId="d21d20263e62353c" providerId="LiveId" clId="{B794B383-E2F6-4D95-8DC4-3E0283E5A6A5}" dt="2026-09-02T17:18:05.200" v="354" actId="1076"/>
          <ac:spMkLst>
            <pc:docMk/>
            <pc:sldMk cId="0" sldId="257"/>
            <ac:spMk id="13" creationId="{00000000-0000-0000-0000-000000000000}"/>
          </ac:spMkLst>
        </pc:spChg>
        <pc:spChg chg="mod">
          <ac:chgData name="Sudeep Sarkar" userId="d21d20263e62353c" providerId="LiveId" clId="{B794B383-E2F6-4D95-8DC4-3E0283E5A6A5}" dt="2026-09-02T17:18:19.675" v="355" actId="1076"/>
          <ac:spMkLst>
            <pc:docMk/>
            <pc:sldMk cId="0" sldId="257"/>
            <ac:spMk id="14" creationId="{00000000-0000-0000-0000-000000000000}"/>
          </ac:spMkLst>
        </pc:spChg>
        <pc:picChg chg="mod">
          <ac:chgData name="Sudeep Sarkar" userId="d21d20263e62353c" providerId="LiveId" clId="{B794B383-E2F6-4D95-8DC4-3E0283E5A6A5}" dt="2026-09-02T17:33:05.903" v="470" actId="1076"/>
          <ac:picMkLst>
            <pc:docMk/>
            <pc:sldMk cId="0" sldId="257"/>
            <ac:picMk id="15" creationId="{00000000-0000-0000-0000-000000000000}"/>
          </ac:picMkLst>
        </pc:picChg>
        <pc:picChg chg="mod">
          <ac:chgData name="Sudeep Sarkar" userId="d21d20263e62353c" providerId="LiveId" clId="{B794B383-E2F6-4D95-8DC4-3E0283E5A6A5}" dt="2026-09-01T19:13:57.602" v="257" actId="1440"/>
          <ac:picMkLst>
            <pc:docMk/>
            <pc:sldMk cId="0" sldId="257"/>
            <ac:picMk id="16" creationId="{00000000-0000-0000-0000-000000000000}"/>
          </ac:picMkLst>
        </pc:picChg>
        <pc:picChg chg="mod">
          <ac:chgData name="Sudeep Sarkar" userId="d21d20263e62353c" providerId="LiveId" clId="{B794B383-E2F6-4D95-8DC4-3E0283E5A6A5}" dt="2026-09-01T19:13:53.968" v="256" actId="1440"/>
          <ac:picMkLst>
            <pc:docMk/>
            <pc:sldMk cId="0" sldId="257"/>
            <ac:picMk id="17" creationId="{00000000-0000-0000-0000-000000000000}"/>
          </ac:picMkLst>
        </pc:picChg>
        <pc:picChg chg="add mod">
          <ac:chgData name="Sudeep Sarkar" userId="d21d20263e62353c" providerId="LiveId" clId="{B794B383-E2F6-4D95-8DC4-3E0283E5A6A5}" dt="2026-09-01T19:03:28.871" v="152" actId="1076"/>
          <ac:picMkLst>
            <pc:docMk/>
            <pc:sldMk cId="0" sldId="257"/>
            <ac:picMk id="19" creationId="{50BC21DE-1EF0-DF36-D0C7-6F1ACA750135}"/>
          </ac:picMkLst>
        </pc:picChg>
      </pc:sldChg>
      <pc:sldChg chg="addSp mod ord modTransition addAnim delAnim modAnim">
        <pc:chgData name="Sudeep Sarkar" userId="d21d20263e62353c" providerId="LiveId" clId="{B794B383-E2F6-4D95-8DC4-3E0283E5A6A5}" dt="2026-09-02T17:48:42.748" v="603"/>
        <pc:sldMkLst>
          <pc:docMk/>
          <pc:sldMk cId="0" sldId="258"/>
        </pc:sldMkLst>
        <pc:picChg chg="add">
          <ac:chgData name="Sudeep Sarkar" userId="d21d20263e62353c" providerId="LiveId" clId="{B794B383-E2F6-4D95-8DC4-3E0283E5A6A5}" dt="2026-09-01T19:03:37.416" v="153" actId="22"/>
          <ac:picMkLst>
            <pc:docMk/>
            <pc:sldMk cId="0" sldId="258"/>
            <ac:picMk id="18" creationId="{AF5E8FA5-2FB6-BED8-A5FB-C6717C85E92D}"/>
          </ac:picMkLst>
        </pc:picChg>
      </pc:sldChg>
      <pc:sldChg chg="modTransition">
        <pc:chgData name="Sudeep Sarkar" userId="d21d20263e62353c" providerId="LiveId" clId="{B794B383-E2F6-4D95-8DC4-3E0283E5A6A5}" dt="2026-09-01T19:24:51.885" v="331"/>
        <pc:sldMkLst>
          <pc:docMk/>
          <pc:sldMk cId="0" sldId="259"/>
        </pc:sldMkLst>
      </pc:sldChg>
      <pc:sldChg chg="addSp delSp modSp mod modTransition">
        <pc:chgData name="Sudeep Sarkar" userId="d21d20263e62353c" providerId="LiveId" clId="{B794B383-E2F6-4D95-8DC4-3E0283E5A6A5}" dt="2026-09-01T19:26:50.987" v="338"/>
        <pc:sldMkLst>
          <pc:docMk/>
          <pc:sldMk cId="0" sldId="260"/>
        </pc:sldMkLst>
        <pc:spChg chg="mod">
          <ac:chgData name="Sudeep Sarkar" userId="d21d20263e62353c" providerId="LiveId" clId="{B794B383-E2F6-4D95-8DC4-3E0283E5A6A5}" dt="2026-09-01T19:15:54.763" v="266" actId="1076"/>
          <ac:spMkLst>
            <pc:docMk/>
            <pc:sldMk cId="0" sldId="260"/>
            <ac:spMk id="3" creationId="{00000000-0000-0000-0000-000000000000}"/>
          </ac:spMkLst>
        </pc:spChg>
        <pc:grpChg chg="del mod">
          <ac:chgData name="Sudeep Sarkar" userId="d21d20263e62353c" providerId="LiveId" clId="{B794B383-E2F6-4D95-8DC4-3E0283E5A6A5}" dt="2026-09-01T19:16:49.972" v="271"/>
          <ac:grpSpMkLst>
            <pc:docMk/>
            <pc:sldMk cId="0" sldId="260"/>
            <ac:grpSpMk id="20" creationId="{20600A25-107B-192B-E96B-3DC61FCE5B73}"/>
          </ac:grpSpMkLst>
        </pc:grpChg>
        <pc:grpChg chg="del mod">
          <ac:chgData name="Sudeep Sarkar" userId="d21d20263e62353c" providerId="LiveId" clId="{B794B383-E2F6-4D95-8DC4-3E0283E5A6A5}" dt="2026-09-01T19:16:53.742" v="273"/>
          <ac:grpSpMkLst>
            <pc:docMk/>
            <pc:sldMk cId="0" sldId="260"/>
            <ac:grpSpMk id="22" creationId="{21F7DC05-6BDE-B5AB-22D3-A05EF58DDCCB}"/>
          </ac:grpSpMkLst>
        </pc:grpChg>
        <pc:grpChg chg="del mod">
          <ac:chgData name="Sudeep Sarkar" userId="d21d20263e62353c" providerId="LiveId" clId="{B794B383-E2F6-4D95-8DC4-3E0283E5A6A5}" dt="2026-09-01T19:17:00.401" v="276"/>
          <ac:grpSpMkLst>
            <pc:docMk/>
            <pc:sldMk cId="0" sldId="260"/>
            <ac:grpSpMk id="24" creationId="{21282A85-9F83-99DC-D5E8-066A5D297EC0}"/>
          </ac:grpSpMkLst>
        </pc:grpChg>
        <pc:grpChg chg="del mod">
          <ac:chgData name="Sudeep Sarkar" userId="d21d20263e62353c" providerId="LiveId" clId="{B794B383-E2F6-4D95-8DC4-3E0283E5A6A5}" dt="2026-09-01T19:17:00.401" v="276"/>
          <ac:grpSpMkLst>
            <pc:docMk/>
            <pc:sldMk cId="0" sldId="260"/>
            <ac:grpSpMk id="27" creationId="{13D4E059-8B12-DE97-AD51-488107C65885}"/>
          </ac:grpSpMkLst>
        </pc:grpChg>
        <pc:grpChg chg="del mod">
          <ac:chgData name="Sudeep Sarkar" userId="d21d20263e62353c" providerId="LiveId" clId="{B794B383-E2F6-4D95-8DC4-3E0283E5A6A5}" dt="2026-09-01T19:17:06.262" v="278"/>
          <ac:grpSpMkLst>
            <pc:docMk/>
            <pc:sldMk cId="0" sldId="260"/>
            <ac:grpSpMk id="28" creationId="{9BF2C53E-B87E-7B13-0DC4-5E11C0A9F088}"/>
          </ac:grpSpMkLst>
        </pc:grpChg>
        <pc:grpChg chg="del mod">
          <ac:chgData name="Sudeep Sarkar" userId="d21d20263e62353c" providerId="LiveId" clId="{B794B383-E2F6-4D95-8DC4-3E0283E5A6A5}" dt="2026-09-01T19:17:12.080" v="280"/>
          <ac:grpSpMkLst>
            <pc:docMk/>
            <pc:sldMk cId="0" sldId="260"/>
            <ac:grpSpMk id="30" creationId="{F0D39B41-5A76-BB0A-C33E-23FEB5D4BCDB}"/>
          </ac:grpSpMkLst>
        </pc:grpChg>
        <pc:grpChg chg="mod">
          <ac:chgData name="Sudeep Sarkar" userId="d21d20263e62353c" providerId="LiveId" clId="{B794B383-E2F6-4D95-8DC4-3E0283E5A6A5}" dt="2026-09-01T19:17:16.901" v="281"/>
          <ac:grpSpMkLst>
            <pc:docMk/>
            <pc:sldMk cId="0" sldId="260"/>
            <ac:grpSpMk id="32" creationId="{9FBE1300-0D33-70D5-6E9B-E338BA5B41F2}"/>
          </ac:grpSpMkLst>
        </pc:grpChg>
        <pc:picChg chg="del">
          <ac:chgData name="Sudeep Sarkar" userId="d21d20263e62353c" providerId="LiveId" clId="{B794B383-E2F6-4D95-8DC4-3E0283E5A6A5}" dt="2026-09-01T19:15:17.628" v="260" actId="478"/>
          <ac:picMkLst>
            <pc:docMk/>
            <pc:sldMk cId="0" sldId="260"/>
            <ac:picMk id="2" creationId="{00000000-0000-0000-0000-000000000000}"/>
          </ac:picMkLst>
        </pc:picChg>
        <pc:picChg chg="add">
          <ac:chgData name="Sudeep Sarkar" userId="d21d20263e62353c" providerId="LiveId" clId="{B794B383-E2F6-4D95-8DC4-3E0283E5A6A5}" dt="2026-09-01T19:03:41.474" v="154" actId="22"/>
          <ac:picMkLst>
            <pc:docMk/>
            <pc:sldMk cId="0" sldId="260"/>
            <ac:picMk id="15" creationId="{021512DD-25AA-2E3B-847C-3C8113ED0699}"/>
          </ac:picMkLst>
        </pc:picChg>
        <pc:picChg chg="add mod">
          <ac:chgData name="Sudeep Sarkar" userId="d21d20263e62353c" providerId="LiveId" clId="{B794B383-E2F6-4D95-8DC4-3E0283E5A6A5}" dt="2026-09-01T19:15:41.211" v="265" actId="14100"/>
          <ac:picMkLst>
            <pc:docMk/>
            <pc:sldMk cId="0" sldId="260"/>
            <ac:picMk id="17" creationId="{6D59A96D-EAFF-F4B0-E9A9-3AD6C9052BAF}"/>
          </ac:picMkLst>
        </pc:picChg>
        <pc:inkChg chg="add mod">
          <ac:chgData name="Sudeep Sarkar" userId="d21d20263e62353c" providerId="LiveId" clId="{B794B383-E2F6-4D95-8DC4-3E0283E5A6A5}" dt="2026-09-01T19:17:16.901" v="281"/>
          <ac:inkMkLst>
            <pc:docMk/>
            <pc:sldMk cId="0" sldId="260"/>
            <ac:inkMk id="18" creationId="{D77BDC0C-8CB0-8522-973B-F7BF2D69A2CB}"/>
          </ac:inkMkLst>
        </pc:inkChg>
        <pc:inkChg chg="add mod">
          <ac:chgData name="Sudeep Sarkar" userId="d21d20263e62353c" providerId="LiveId" clId="{B794B383-E2F6-4D95-8DC4-3E0283E5A6A5}" dt="2026-09-01T19:17:16.901" v="281"/>
          <ac:inkMkLst>
            <pc:docMk/>
            <pc:sldMk cId="0" sldId="260"/>
            <ac:inkMk id="19" creationId="{75E07503-8666-EB78-97F1-72E631F3D6C1}"/>
          </ac:inkMkLst>
        </pc:inkChg>
        <pc:inkChg chg="add del mod">
          <ac:chgData name="Sudeep Sarkar" userId="d21d20263e62353c" providerId="LiveId" clId="{B794B383-E2F6-4D95-8DC4-3E0283E5A6A5}" dt="2026-09-01T19:17:16.901" v="281"/>
          <ac:inkMkLst>
            <pc:docMk/>
            <pc:sldMk cId="0" sldId="260"/>
            <ac:inkMk id="21" creationId="{26116370-CC36-24EA-976B-367E063F779C}"/>
          </ac:inkMkLst>
        </pc:inkChg>
        <pc:inkChg chg="add mod">
          <ac:chgData name="Sudeep Sarkar" userId="d21d20263e62353c" providerId="LiveId" clId="{B794B383-E2F6-4D95-8DC4-3E0283E5A6A5}" dt="2026-09-01T19:17:00.401" v="276"/>
          <ac:inkMkLst>
            <pc:docMk/>
            <pc:sldMk cId="0" sldId="260"/>
            <ac:inkMk id="23" creationId="{C470BE64-1615-CE9E-C89B-E1108AFD1FCD}"/>
          </ac:inkMkLst>
        </pc:inkChg>
        <pc:inkChg chg="add mod">
          <ac:chgData name="Sudeep Sarkar" userId="d21d20263e62353c" providerId="LiveId" clId="{B794B383-E2F6-4D95-8DC4-3E0283E5A6A5}" dt="2026-09-01T19:17:06.262" v="278"/>
          <ac:inkMkLst>
            <pc:docMk/>
            <pc:sldMk cId="0" sldId="260"/>
            <ac:inkMk id="25" creationId="{62096FBA-3427-E120-803D-43010C05E65D}"/>
          </ac:inkMkLst>
        </pc:inkChg>
        <pc:inkChg chg="add mod">
          <ac:chgData name="Sudeep Sarkar" userId="d21d20263e62353c" providerId="LiveId" clId="{B794B383-E2F6-4D95-8DC4-3E0283E5A6A5}" dt="2026-09-01T19:17:00.401" v="276"/>
          <ac:inkMkLst>
            <pc:docMk/>
            <pc:sldMk cId="0" sldId="260"/>
            <ac:inkMk id="26" creationId="{EB4BB767-E6B1-0BF7-274E-65C0E8F67E2D}"/>
          </ac:inkMkLst>
        </pc:inkChg>
        <pc:inkChg chg="add mod">
          <ac:chgData name="Sudeep Sarkar" userId="d21d20263e62353c" providerId="LiveId" clId="{B794B383-E2F6-4D95-8DC4-3E0283E5A6A5}" dt="2026-09-01T19:17:12.080" v="280"/>
          <ac:inkMkLst>
            <pc:docMk/>
            <pc:sldMk cId="0" sldId="260"/>
            <ac:inkMk id="29" creationId="{B74F9875-98AB-3163-F481-FED959655DFF}"/>
          </ac:inkMkLst>
        </pc:inkChg>
        <pc:inkChg chg="add mod">
          <ac:chgData name="Sudeep Sarkar" userId="d21d20263e62353c" providerId="LiveId" clId="{B794B383-E2F6-4D95-8DC4-3E0283E5A6A5}" dt="2026-09-01T19:17:16.901" v="281"/>
          <ac:inkMkLst>
            <pc:docMk/>
            <pc:sldMk cId="0" sldId="260"/>
            <ac:inkMk id="31" creationId="{E5B92CA8-9663-ABAA-03A2-08CC06CD6043}"/>
          </ac:inkMkLst>
        </pc:inkChg>
      </pc:sldChg>
      <pc:sldChg chg="modSp mod modTransition">
        <pc:chgData name="Sudeep Sarkar" userId="d21d20263e62353c" providerId="LiveId" clId="{B794B383-E2F6-4D95-8DC4-3E0283E5A6A5}" dt="2026-09-01T19:27:20.250" v="339"/>
        <pc:sldMkLst>
          <pc:docMk/>
          <pc:sldMk cId="0" sldId="261"/>
        </pc:sldMkLst>
        <pc:picChg chg="mod">
          <ac:chgData name="Sudeep Sarkar" userId="d21d20263e62353c" providerId="LiveId" clId="{B794B383-E2F6-4D95-8DC4-3E0283E5A6A5}" dt="2026-09-01T19:11:19.286" v="238" actId="14100"/>
          <ac:picMkLst>
            <pc:docMk/>
            <pc:sldMk cId="0" sldId="261"/>
            <ac:picMk id="2" creationId="{00000000-0000-0000-0000-000000000000}"/>
          </ac:picMkLst>
        </pc:picChg>
      </pc:sldChg>
      <pc:sldChg chg="addSp delSp modSp mod modTransition">
        <pc:chgData name="Sudeep Sarkar" userId="d21d20263e62353c" providerId="LiveId" clId="{B794B383-E2F6-4D95-8DC4-3E0283E5A6A5}" dt="2026-09-01T19:27:27.963" v="341"/>
        <pc:sldMkLst>
          <pc:docMk/>
          <pc:sldMk cId="0" sldId="262"/>
        </pc:sldMkLst>
        <pc:spChg chg="mod">
          <ac:chgData name="Sudeep Sarkar" userId="d21d20263e62353c" providerId="LiveId" clId="{B794B383-E2F6-4D95-8DC4-3E0283E5A6A5}" dt="2026-09-01T19:07:31.375" v="186" actId="1076"/>
          <ac:spMkLst>
            <pc:docMk/>
            <pc:sldMk cId="0" sldId="262"/>
            <ac:spMk id="3" creationId="{00000000-0000-0000-0000-000000000000}"/>
          </ac:spMkLst>
        </pc:spChg>
        <pc:spChg chg="mod">
          <ac:chgData name="Sudeep Sarkar" userId="d21d20263e62353c" providerId="LiveId" clId="{B794B383-E2F6-4D95-8DC4-3E0283E5A6A5}" dt="2026-09-01T19:07:36.011" v="187" actId="1076"/>
          <ac:spMkLst>
            <pc:docMk/>
            <pc:sldMk cId="0" sldId="262"/>
            <ac:spMk id="4" creationId="{00000000-0000-0000-0000-000000000000}"/>
          </ac:spMkLst>
        </pc:spChg>
        <pc:spChg chg="mod">
          <ac:chgData name="Sudeep Sarkar" userId="d21d20263e62353c" providerId="LiveId" clId="{B794B383-E2F6-4D95-8DC4-3E0283E5A6A5}" dt="2026-09-01T19:08:07.617" v="194" actId="1076"/>
          <ac:spMkLst>
            <pc:docMk/>
            <pc:sldMk cId="0" sldId="262"/>
            <ac:spMk id="5" creationId="{00000000-0000-0000-0000-000000000000}"/>
          </ac:spMkLst>
        </pc:spChg>
        <pc:spChg chg="mod">
          <ac:chgData name="Sudeep Sarkar" userId="d21d20263e62353c" providerId="LiveId" clId="{B794B383-E2F6-4D95-8DC4-3E0283E5A6A5}" dt="2026-09-01T19:08:27.111" v="198" actId="1076"/>
          <ac:spMkLst>
            <pc:docMk/>
            <pc:sldMk cId="0" sldId="262"/>
            <ac:spMk id="6" creationId="{00000000-0000-0000-0000-000000000000}"/>
          </ac:spMkLst>
        </pc:spChg>
        <pc:spChg chg="mod">
          <ac:chgData name="Sudeep Sarkar" userId="d21d20263e62353c" providerId="LiveId" clId="{B794B383-E2F6-4D95-8DC4-3E0283E5A6A5}" dt="2026-09-01T19:08:31.439" v="199" actId="1076"/>
          <ac:spMkLst>
            <pc:docMk/>
            <pc:sldMk cId="0" sldId="262"/>
            <ac:spMk id="7" creationId="{00000000-0000-0000-0000-000000000000}"/>
          </ac:spMkLst>
        </pc:spChg>
        <pc:spChg chg="mod">
          <ac:chgData name="Sudeep Sarkar" userId="d21d20263e62353c" providerId="LiveId" clId="{B794B383-E2F6-4D95-8DC4-3E0283E5A6A5}" dt="2026-09-01T19:08:12.273" v="195" actId="1076"/>
          <ac:spMkLst>
            <pc:docMk/>
            <pc:sldMk cId="0" sldId="262"/>
            <ac:spMk id="8" creationId="{00000000-0000-0000-0000-000000000000}"/>
          </ac:spMkLst>
        </pc:spChg>
        <pc:spChg chg="mod">
          <ac:chgData name="Sudeep Sarkar" userId="d21d20263e62353c" providerId="LiveId" clId="{B794B383-E2F6-4D95-8DC4-3E0283E5A6A5}" dt="2026-09-01T19:08:17.128" v="196" actId="1076"/>
          <ac:spMkLst>
            <pc:docMk/>
            <pc:sldMk cId="0" sldId="262"/>
            <ac:spMk id="9" creationId="{00000000-0000-0000-0000-000000000000}"/>
          </ac:spMkLst>
        </pc:spChg>
        <pc:spChg chg="mod">
          <ac:chgData name="Sudeep Sarkar" userId="d21d20263e62353c" providerId="LiveId" clId="{B794B383-E2F6-4D95-8DC4-3E0283E5A6A5}" dt="2026-09-01T19:08:21.521" v="197" actId="1076"/>
          <ac:spMkLst>
            <pc:docMk/>
            <pc:sldMk cId="0" sldId="262"/>
            <ac:spMk id="10" creationId="{00000000-0000-0000-0000-000000000000}"/>
          </ac:spMkLst>
        </pc:spChg>
        <pc:picChg chg="del">
          <ac:chgData name="Sudeep Sarkar" userId="d21d20263e62353c" providerId="LiveId" clId="{B794B383-E2F6-4D95-8DC4-3E0283E5A6A5}" dt="2026-09-01T19:07:21.817" v="184" actId="478"/>
          <ac:picMkLst>
            <pc:docMk/>
            <pc:sldMk cId="0" sldId="262"/>
            <ac:picMk id="2" creationId="{00000000-0000-0000-0000-000000000000}"/>
          </ac:picMkLst>
        </pc:picChg>
        <pc:picChg chg="add">
          <ac:chgData name="Sudeep Sarkar" userId="d21d20263e62353c" providerId="LiveId" clId="{B794B383-E2F6-4D95-8DC4-3E0283E5A6A5}" dt="2026-09-01T19:03:46.513" v="155" actId="22"/>
          <ac:picMkLst>
            <pc:docMk/>
            <pc:sldMk cId="0" sldId="262"/>
            <ac:picMk id="12" creationId="{6842BFF8-0B48-023E-28A4-E4947CC7CF9A}"/>
          </ac:picMkLst>
        </pc:picChg>
        <pc:picChg chg="add mod">
          <ac:chgData name="Sudeep Sarkar" userId="d21d20263e62353c" providerId="LiveId" clId="{B794B383-E2F6-4D95-8DC4-3E0283E5A6A5}" dt="2026-09-01T19:08:55.686" v="202" actId="1076"/>
          <ac:picMkLst>
            <pc:docMk/>
            <pc:sldMk cId="0" sldId="262"/>
            <ac:picMk id="14" creationId="{1D3D9634-A341-3194-B8A1-2D3B4ED4CF84}"/>
          </ac:picMkLst>
        </pc:picChg>
      </pc:sldChg>
      <pc:sldChg chg="addSp mod modTransition">
        <pc:chgData name="Sudeep Sarkar" userId="d21d20263e62353c" providerId="LiveId" clId="{B794B383-E2F6-4D95-8DC4-3E0283E5A6A5}" dt="2026-09-01T19:23:28.787" v="318"/>
        <pc:sldMkLst>
          <pc:docMk/>
          <pc:sldMk cId="0" sldId="263"/>
        </pc:sldMkLst>
        <pc:picChg chg="add">
          <ac:chgData name="Sudeep Sarkar" userId="d21d20263e62353c" providerId="LiveId" clId="{B794B383-E2F6-4D95-8DC4-3E0283E5A6A5}" dt="2026-09-01T19:03:49.486" v="156" actId="22"/>
          <ac:picMkLst>
            <pc:docMk/>
            <pc:sldMk cId="0" sldId="263"/>
            <ac:picMk id="15" creationId="{98BF2A7F-EC17-F5C3-4394-7F1A4FD68971}"/>
          </ac:picMkLst>
        </pc:picChg>
      </pc:sldChg>
      <pc:sldChg chg="addSp delSp modSp mod modTransition">
        <pc:chgData name="Sudeep Sarkar" userId="d21d20263e62353c" providerId="LiveId" clId="{B794B383-E2F6-4D95-8DC4-3E0283E5A6A5}" dt="2026-09-01T19:23:28.787" v="318"/>
        <pc:sldMkLst>
          <pc:docMk/>
          <pc:sldMk cId="0" sldId="264"/>
        </pc:sldMkLst>
        <pc:spChg chg="mod">
          <ac:chgData name="Sudeep Sarkar" userId="d21d20263e62353c" providerId="LiveId" clId="{B794B383-E2F6-4D95-8DC4-3E0283E5A6A5}" dt="2026-09-01T19:06:09.351" v="181" actId="1076"/>
          <ac:spMkLst>
            <pc:docMk/>
            <pc:sldMk cId="0" sldId="264"/>
            <ac:spMk id="3" creationId="{00000000-0000-0000-0000-000000000000}"/>
          </ac:spMkLst>
        </pc:spChg>
        <pc:spChg chg="del mod">
          <ac:chgData name="Sudeep Sarkar" userId="d21d20263e62353c" providerId="LiveId" clId="{B794B383-E2F6-4D95-8DC4-3E0283E5A6A5}" dt="2026-09-01T19:05:42.731" v="175" actId="478"/>
          <ac:spMkLst>
            <pc:docMk/>
            <pc:sldMk cId="0" sldId="264"/>
            <ac:spMk id="4" creationId="{00000000-0000-0000-0000-000000000000}"/>
          </ac:spMkLst>
        </pc:spChg>
        <pc:picChg chg="mod">
          <ac:chgData name="Sudeep Sarkar" userId="d21d20263e62353c" providerId="LiveId" clId="{B794B383-E2F6-4D95-8DC4-3E0283E5A6A5}" dt="2026-09-01T19:06:04.993" v="180" actId="1076"/>
          <ac:picMkLst>
            <pc:docMk/>
            <pc:sldMk cId="0" sldId="264"/>
            <ac:picMk id="2" creationId="{00000000-0000-0000-0000-000000000000}"/>
          </ac:picMkLst>
        </pc:picChg>
        <pc:picChg chg="add">
          <ac:chgData name="Sudeep Sarkar" userId="d21d20263e62353c" providerId="LiveId" clId="{B794B383-E2F6-4D95-8DC4-3E0283E5A6A5}" dt="2026-09-01T19:03:51.161" v="157" actId="22"/>
          <ac:picMkLst>
            <pc:docMk/>
            <pc:sldMk cId="0" sldId="264"/>
            <ac:picMk id="6" creationId="{5C70A116-B6EA-9B08-E968-30FFF6B35486}"/>
          </ac:picMkLst>
        </pc:picChg>
      </pc:sldChg>
      <pc:sldChg chg="addSp mod modTransition">
        <pc:chgData name="Sudeep Sarkar" userId="d21d20263e62353c" providerId="LiveId" clId="{B794B383-E2F6-4D95-8DC4-3E0283E5A6A5}" dt="2026-09-01T19:23:28.787" v="318"/>
        <pc:sldMkLst>
          <pc:docMk/>
          <pc:sldMk cId="0" sldId="265"/>
        </pc:sldMkLst>
        <pc:picChg chg="add">
          <ac:chgData name="Sudeep Sarkar" userId="d21d20263e62353c" providerId="LiveId" clId="{B794B383-E2F6-4D95-8DC4-3E0283E5A6A5}" dt="2026-09-01T19:03:52.577" v="158" actId="22"/>
          <ac:picMkLst>
            <pc:docMk/>
            <pc:sldMk cId="0" sldId="265"/>
            <ac:picMk id="6" creationId="{6673EDB4-FF4F-BE28-3152-2C42D223CD42}"/>
          </ac:picMkLst>
        </pc:picChg>
      </pc:sldChg>
      <pc:sldChg chg="addSp modSp mod modTransition">
        <pc:chgData name="Sudeep Sarkar" userId="d21d20263e62353c" providerId="LiveId" clId="{B794B383-E2F6-4D95-8DC4-3E0283E5A6A5}" dt="2026-09-01T19:25:27.896" v="332"/>
        <pc:sldMkLst>
          <pc:docMk/>
          <pc:sldMk cId="0" sldId="266"/>
        </pc:sldMkLst>
        <pc:picChg chg="add mod">
          <ac:chgData name="Sudeep Sarkar" userId="d21d20263e62353c" providerId="LiveId" clId="{B794B383-E2F6-4D95-8DC4-3E0283E5A6A5}" dt="2026-09-01T19:04:26.223" v="162" actId="1076"/>
          <ac:picMkLst>
            <pc:docMk/>
            <pc:sldMk cId="0" sldId="266"/>
            <ac:picMk id="6" creationId="{7CEC6240-09A5-7066-1A24-0BD6806ACC5F}"/>
          </ac:picMkLst>
        </pc:picChg>
      </pc:sldChg>
      <pc:sldMasterChg chg="modTransition modSldLayout">
        <pc:chgData name="Sudeep Sarkar" userId="d21d20263e62353c" providerId="LiveId" clId="{B794B383-E2F6-4D95-8DC4-3E0283E5A6A5}" dt="2026-09-01T19:23:28.787" v="318"/>
        <pc:sldMasterMkLst>
          <pc:docMk/>
          <pc:sldMasterMk cId="0" sldId="2147483648"/>
        </pc:sldMasterMkLst>
        <pc:sldLayoutChg chg="modTransition">
          <pc:chgData name="Sudeep Sarkar" userId="d21d20263e62353c" providerId="LiveId" clId="{B794B383-E2F6-4D95-8DC4-3E0283E5A6A5}" dt="2026-09-01T19:23:28.787" v="318"/>
          <pc:sldLayoutMkLst>
            <pc:docMk/>
            <pc:sldMasterMk cId="0" sldId="2147483648"/>
            <pc:sldLayoutMk cId="0" sldId="2147483649"/>
          </pc:sldLayoutMkLst>
        </pc:sldLayoutChg>
        <pc:sldLayoutChg chg="modTransition">
          <pc:chgData name="Sudeep Sarkar" userId="d21d20263e62353c" providerId="LiveId" clId="{B794B383-E2F6-4D95-8DC4-3E0283E5A6A5}" dt="2026-09-01T19:23:28.787" v="318"/>
          <pc:sldLayoutMkLst>
            <pc:docMk/>
            <pc:sldMasterMk cId="0" sldId="2147483648"/>
            <pc:sldLayoutMk cId="0" sldId="2147483650"/>
          </pc:sldLayoutMkLst>
        </pc:sldLayoutChg>
        <pc:sldLayoutChg chg="modTransition">
          <pc:chgData name="Sudeep Sarkar" userId="d21d20263e62353c" providerId="LiveId" clId="{B794B383-E2F6-4D95-8DC4-3E0283E5A6A5}" dt="2026-09-01T19:23:28.787" v="318"/>
          <pc:sldLayoutMkLst>
            <pc:docMk/>
            <pc:sldMasterMk cId="0" sldId="2147483648"/>
            <pc:sldLayoutMk cId="0" sldId="2147483651"/>
          </pc:sldLayoutMkLst>
        </pc:sldLayoutChg>
      </pc:sldMasterChg>
      <pc:sldMasterChg chg="modSldLayout">
        <pc:chgData name="Sudeep Sarkar" userId="d21d20263e62353c" providerId="LiveId" clId="{B794B383-E2F6-4D95-8DC4-3E0283E5A6A5}" dt="2026-09-01T18:56:50.680" v="92"/>
        <pc:sldMasterMkLst>
          <pc:docMk/>
          <pc:sldMasterMk cId="608980111" sldId="2147483652"/>
        </pc:sldMasterMkLst>
        <pc:sldLayoutChg chg="addSp delSp">
          <pc:chgData name="Sudeep Sarkar" userId="d21d20263e62353c" providerId="LiveId" clId="{B794B383-E2F6-4D95-8DC4-3E0283E5A6A5}" dt="2026-09-01T18:56:50.680" v="92"/>
          <pc:sldLayoutMkLst>
            <pc:docMk/>
            <pc:sldMasterMk cId="608980111" sldId="2147483652"/>
            <pc:sldLayoutMk cId="3734748425" sldId="2147483670"/>
          </pc:sldLayoutMkLst>
          <pc:spChg chg="add del">
            <ac:chgData name="Sudeep Sarkar" userId="d21d20263e62353c" providerId="LiveId" clId="{B794B383-E2F6-4D95-8DC4-3E0283E5A6A5}" dt="2026-09-01T18:56:50.680" v="92"/>
            <ac:spMkLst>
              <pc:docMk/>
              <pc:sldMasterMk cId="608980111" sldId="2147483652"/>
              <pc:sldLayoutMk cId="3734748425" sldId="2147483670"/>
              <ac:spMk id="2" creationId="{00000000-0000-0000-0000-000000000000}"/>
            </ac:spMkLst>
          </pc:spChg>
          <pc:spChg chg="add del">
            <ac:chgData name="Sudeep Sarkar" userId="d21d20263e62353c" providerId="LiveId" clId="{B794B383-E2F6-4D95-8DC4-3E0283E5A6A5}" dt="2026-09-01T18:56:50.680" v="92"/>
            <ac:spMkLst>
              <pc:docMk/>
              <pc:sldMasterMk cId="608980111" sldId="2147483652"/>
              <pc:sldLayoutMk cId="3734748425" sldId="2147483670"/>
              <ac:spMk id="3" creationId="{00000000-0000-0000-0000-000000000000}"/>
            </ac:spMkLst>
          </pc:spChg>
          <pc:picChg chg="add del">
            <ac:chgData name="Sudeep Sarkar" userId="d21d20263e62353c" providerId="LiveId" clId="{B794B383-E2F6-4D95-8DC4-3E0283E5A6A5}" dt="2026-09-01T18:56:50.680" v="92"/>
            <ac:picMkLst>
              <pc:docMk/>
              <pc:sldMasterMk cId="608980111" sldId="2147483652"/>
              <pc:sldLayoutMk cId="3734748425" sldId="2147483670"/>
              <ac:picMk id="4" creationId="{00000000-0000-0000-0000-000000000000}"/>
            </ac:picMkLst>
          </pc:picChg>
        </pc:sldLayoutChg>
        <pc:sldLayoutChg chg="addSp delSp">
          <pc:chgData name="Sudeep Sarkar" userId="d21d20263e62353c" providerId="LiveId" clId="{B794B383-E2F6-4D95-8DC4-3E0283E5A6A5}" dt="2026-09-01T18:56:50.680" v="92"/>
          <pc:sldLayoutMkLst>
            <pc:docMk/>
            <pc:sldMasterMk cId="608980111" sldId="2147483652"/>
            <pc:sldLayoutMk cId="3986576693" sldId="2147483671"/>
          </pc:sldLayoutMkLst>
          <pc:spChg chg="add del">
            <ac:chgData name="Sudeep Sarkar" userId="d21d20263e62353c" providerId="LiveId" clId="{B794B383-E2F6-4D95-8DC4-3E0283E5A6A5}" dt="2026-09-01T18:56:50.680" v="92"/>
            <ac:spMkLst>
              <pc:docMk/>
              <pc:sldMasterMk cId="608980111" sldId="2147483652"/>
              <pc:sldLayoutMk cId="3986576693" sldId="2147483671"/>
              <ac:spMk id="2" creationId="{00000000-0000-0000-0000-000000000000}"/>
            </ac:spMkLst>
          </pc:spChg>
          <pc:spChg chg="add del">
            <ac:chgData name="Sudeep Sarkar" userId="d21d20263e62353c" providerId="LiveId" clId="{B794B383-E2F6-4D95-8DC4-3E0283E5A6A5}" dt="2026-09-01T18:56:50.680" v="92"/>
            <ac:spMkLst>
              <pc:docMk/>
              <pc:sldMasterMk cId="608980111" sldId="2147483652"/>
              <pc:sldLayoutMk cId="3986576693" sldId="2147483671"/>
              <ac:spMk id="3" creationId="{00000000-0000-0000-0000-000000000000}"/>
            </ac:spMkLst>
          </pc:spChg>
          <pc:spChg chg="add del">
            <ac:chgData name="Sudeep Sarkar" userId="d21d20263e62353c" providerId="LiveId" clId="{B794B383-E2F6-4D95-8DC4-3E0283E5A6A5}" dt="2026-09-01T18:56:50.680" v="92"/>
            <ac:spMkLst>
              <pc:docMk/>
              <pc:sldMasterMk cId="608980111" sldId="2147483652"/>
              <pc:sldLayoutMk cId="3986576693" sldId="2147483671"/>
              <ac:spMk id="5" creationId="{00000000-0000-0000-0000-000000000000}"/>
            </ac:spMkLst>
          </pc:spChg>
          <pc:picChg chg="add del">
            <ac:chgData name="Sudeep Sarkar" userId="d21d20263e62353c" providerId="LiveId" clId="{B794B383-E2F6-4D95-8DC4-3E0283E5A6A5}" dt="2026-09-01T18:56:50.680" v="92"/>
            <ac:picMkLst>
              <pc:docMk/>
              <pc:sldMasterMk cId="608980111" sldId="2147483652"/>
              <pc:sldLayoutMk cId="3986576693" sldId="2147483671"/>
              <ac:picMk id="4" creationId="{00000000-0000-0000-0000-000000000000}"/>
            </ac:picMkLst>
          </pc:picChg>
          <pc:picChg chg="add del">
            <ac:chgData name="Sudeep Sarkar" userId="d21d20263e62353c" providerId="LiveId" clId="{B794B383-E2F6-4D95-8DC4-3E0283E5A6A5}" dt="2026-09-01T18:56:50.680" v="92"/>
            <ac:picMkLst>
              <pc:docMk/>
              <pc:sldMasterMk cId="608980111" sldId="2147483652"/>
              <pc:sldLayoutMk cId="3986576693" sldId="2147483671"/>
              <ac:picMk id="6" creationId="{00000000-0000-0000-0000-000000000000}"/>
            </ac:picMkLst>
          </pc:picChg>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9:16:53.229"/>
    </inkml:context>
    <inkml:brush xml:id="br0">
      <inkml:brushProperty name="width" value="0.35" units="cm"/>
      <inkml:brushProperty name="height" value="0.35" units="cm"/>
      <inkml:brushProperty name="color" value="#FFFFFF"/>
    </inkml:brush>
  </inkml:definitions>
  <inkml:trace contextRef="#ctx0" brushRef="#br0">385 1 4915,'20'1'253,"-1"2"0,0 0 1,1 1-1,-1 1 0,29 12 0,19 4 365,-20-10-132,60 4-1,-4-1 278,-64-9-343,-1-2 0,66-2 0,25 0 495,-105 3-614,-1 0-1,43 14 1,-45-11-87,1-1 0,0-1 1,33 3-1,2-8 179,-45-2-281,0 2 0,0 0 1,0 0-1,0 1 0,0 1 1,1 0-1,14 5 0,-27-7-100,0 0-1,0 0 0,0 0 0,0 0 1,-1 1-1,1-1 0,0 0 0,0 0 0,0 0 1,0 0-1,-1 0 0,1 1 0,0-1 1,0 0-1,0 0 0,0 0 0,0 1 1,0-1-1,0 0 0,0 0 0,-1 0 1,1 1-1,0-1 0,0 0 0,0 0 0,0 0 1,0 1-1,0-1 0,0 0 0,0 0 1,0 0-1,1 1 0,-1-1 0,0 0 1,0 0-1,0 1 0,0-1 0,0 0 1,0 0-1,0 0 0,0 0 0,0 1 1,1-1-1,-1 0 0,0 0 0,0 0 0,0 0 1,0 0-1,1 1 0,-1-1 0,0 0 1,0 0-1,0 0 0,1 0 0,-24 4 423,-380 1 2703,231-8-2069,-729 3 2601,897 0-3669,-4 0 0,0 0 0,1 1 0,-1 0 0,-8 1 0,15-1 0,0-1 0,1 0 0,-1 0 0,0 0 0,0 0 0,1 1 0,-1-1 0,0 0 0,1 1 0,-1-1 0,0 0 0,1 1 0,-1-1 0,1 1 0,-1-1 0,1 1 0,-1-1 0,1 1 0,-1-1 0,1 1 0,-1 0 0,1-1 0,0 1 0,-1 0 0,1-1 0,0 1 0,0 0 0,-1-1 0,1 1 0,0 0 0,0 0 0,0-1 0,0 1 0,0 0 0,0 0 0,0-1 0,0 1 0,0 0 0,0 0 0,0-1 0,1 1 0,-1 0 0,0-1 0,1 1 0,-1 0 0,0-1 0,1 1 0,-1 0 0,1-1 0,-1 1 0,1-1 0,-1 1 0,1-1 0,0 2 0,3 2 0,0 0 0,1 0 0,-1 0 0,1 0 0,0-1 0,0 1 0,0-1 0,0-1 0,1 1 0,-1-1 0,1 0 0,7 2 0,13 3 0,39 4 0,-45-8 0,164 20 0,66 12 0,-169-23 0,113 2 0,83-14 0,-111-2 0,309 2 0,-474 0 0,7 0 0,0 0 0,0-1 0,0 0 0,10-2 0,-16 3 0,0-1 0,0 1 0,-1-1 0,1 0 0,0 0 0,0 0 0,0 0 0,-1 0 0,1 0 0,0 0 0,-1-1 0,1 1 0,-1-1 0,0 1 0,1-1 0,-1 1 0,0-1 0,0 0 0,0 1 0,0-1 0,0 0 0,0-2 0,2-12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9:16:56.448"/>
    </inkml:context>
    <inkml:brush xml:id="br0">
      <inkml:brushProperty name="width" value="0.35" units="cm"/>
      <inkml:brushProperty name="height" value="0.35" units="cm"/>
      <inkml:brushProperty name="color" value="#FFFFFF"/>
    </inkml:brush>
  </inkml:definitions>
  <inkml:trace contextRef="#ctx0" brushRef="#br0">0 2 4915,'101'-2'1310,"109"4"-97,-197 0-1080,0 1-1,0 0 1,0 0 0,-1 2-1,14 5 1,-14-5 5,0 0-1,0-1 1,0 0 0,0-1-1,21 2 1,-1-2 283,1 0-1,49 14 1,-145-14 480,-153-4 510,194 1-1381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9:16:59.514"/>
    </inkml:context>
    <inkml:brush xml:id="br0">
      <inkml:brushProperty name="width" value="0.35" units="cm"/>
      <inkml:brushProperty name="height" value="0.35" units="cm"/>
      <inkml:brushProperty name="color" value="#FFFFFF"/>
    </inkml:brush>
  </inkml:definitions>
  <inkml:trace contextRef="#ctx0" brushRef="#br0">707 431 4915,'33'0'469,"1"2"0,-1 1 1,60 13-1,-130-24 264,0 2-1,-66-2 1,-103 8 771,121 1-958,-249-1 1586,298-3-1204,36 3-918,11-5 178,17-2-23,208-15 1892,-12 3-989,-131-3-410,-69 15-222,1 1-1,44-5 1,115 7 507,-183 4-918,1 0-1,-1 0 0,1 0 1,0 0-1,-1-1 0,1 1 1,-1 0-1,1-1 0,-1 0 1,1 1-1,-1-1 0,3-1 1,-4 2-13,0-1-1,1 1 1,-1 0 0,0-1 0,0 1 0,1-1-1,-1 1 1,0 0 0,0-1 0,0 1 0,1-1-1,-1 1 1,0-1 0,0 1 0,0-1-1,0 1 1,0-1 0,0 1 0,0-1 0,0 1-1,0-1 1,0 1 0,0 0 0,0-1 0,0 1-1,-1-2 1,0-1-35,-1 1 0,0-1 0,0 0 0,0 1 0,0-1 0,0 1 0,-1-1 0,1 1 0,-1 0 0,-4-3 0,-9-5-4,0 1 0,-1 1 0,-1 1-1,1 0 1,-1 1 0,-1 1 0,1 0 0,-23-2 0,-157-8 287,173 14-262,-71-4 107,0 5 1,-184 22-1,271-20-98,0 0 0,1 1 0,-1 0 0,-10 6 0,17-8-4,0 0 0,0 0 0,1 0-1,-1 0 1,0 0 0,1 1 0,-1-1 0,1 1-1,-1-1 1,-1 4 0,2-4-1,1-1 0,0 1 0,0 0 0,-1 0 0,1-1 1,0 1-1,0 0 0,0 0 0,0 0 0,0-1 0,0 1 0,0 0 0,0 0 0,0-1 0,0 1 0,0 0 1,1 0-1,-1 0 0,0-1 0,1 1 0,-1 0 0,0-1 0,1 1 0,-1 0 0,1-1 0,-1 1 0,1-1 1,0 2-1,2 1 8,0-1 1,1 0 0,-1 1-1,1-1 1,-1 0-1,1-1 1,0 1 0,-1-1-1,1 1 1,0-1 0,0 0-1,6 0 1,56 5 82,-44-6-63,577 5 583,-345-8-406,-136 4-113,119-3 25,-232 2-123,43-5 45,-46 4-49,0 1-1,0-1 1,0 1 0,0-1-1,0 0 1,0 0 0,-1 0 0,1 0-1,0 0 1,0 0 0,-1 0-1,1-1 1,-1 1 0,1 0-1,-1-1 1,1 0 0,-1 1 0,0-1-1,2-2 1,-3 3-13,0 0 0,0 0 0,0-1 0,0 1 0,0 0 0,0 0 0,0 0 0,0-1 0,0 1 0,0 0 0,-1 0 0,1 0 0,0 0 0,-1 0 0,1-1 0,-1 1 0,1 0-1,-1 0 1,0 0 0,1 0 0,-1 0 0,0 0 0,0 1 0,0-1 0,1 0 0,-1 0 0,0 1 0,-2-2 0,-33-19-311,35 20 332,-28-12-123,0 1 0,-1 2 0,-54-12 0,-99-8 306,96 17-170,6 2 67,-108-4 0,935 18 544,-745-3-623,40-4 29,-40 4-28,0 0 0,-1 0 0,1 0 0,0 0 0,-1 0 0,1-1 0,0 1 0,0 0 0,-1 0 0,1 0 0,0-1-1,-1 1 1,1 0 0,-1-1 0,1 1 0,0 0 0,-1-1 0,1 1 0,-1-1 0,1 1 0,-1-1 0,1 0 0,-1 1 0,1-1 0,-1 1 0,0-1 0,1 0 0,-1 1 0,0-1 0,0 0 0,1 1 0,-1-1 0,0 0 0,0 1 0,0-1 0,0 0 0,0 1 0,0-1 0,0 0-1,0 0 1,0 1 0,0-1 0,0 0 0,-1 1 0,1-1 0,0 0 0,0 1 0,-1-1 0,1 0 0,-1 0 0,-2-3 6,0 0 1,-1 1-1,1 0 0,-1 0 0,0 0 1,0 0-1,0 0 0,0 1 1,0-1-1,-1 1 0,1 0 0,-6-1 1,-59-16 28,20 13-18,8 4-15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9:17:05.296"/>
    </inkml:context>
    <inkml:brush xml:id="br0">
      <inkml:brushProperty name="width" value="0.35" units="cm"/>
      <inkml:brushProperty name="height" value="0.35" units="cm"/>
      <inkml:brushProperty name="color" value="#FFFFFF"/>
    </inkml:brush>
  </inkml:definitions>
  <inkml:trace contextRef="#ctx0" brushRef="#br0">555 29 4915,'30'2'546,"0"1"0,0 2 0,33 8-1,24 5-236,-65-15-217,-12 0-15,1-2 0,-1 1 1,1-1-1,0-1 0,-1 0 1,18-2-1,-28 2-70,0 0 0,0 0 0,0 0 1,0-1-1,-1 1 0,1 0 0,0 0 0,0 0 0,0 0 0,0 0 0,0 0 0,0 0 0,0 0 1,0 0-1,0 0 0,0 0 0,0 0 0,0 0 0,0-1 0,0 1 0,0 0 0,0 0 1,0 0-1,0 0 0,0 0 0,0 0 0,0 0 0,0 0 0,0 0 0,0-1 0,0 1 1,0 0-1,0 0 0,0 0 0,0 0 0,0 0 0,0 0 0,0 0 0,0 0 0,0 0 0,0 0 1,0 0-1,0-1 0,0 1 0,0 0 0,0 0 0,0 0 0,0 0 0,1 0 0,-1 0 1,0 0-1,0 0 0,0 0 0,0 0 0,0 0 0,0 0 0,0 0 0,0 0 0,0 0 1,0 0-1,1 0 0,-1 0 0,0 0 0,0 0 0,0 0 0,0 0 0,0 0 0,0 0 0,-11-6 299,-19-4 53,28 10-306,-30-11 99,0 0 119,-1 2 0,0 1 0,0 1 0,-57-4 0,-203 14 1711,288-4-1926,2 1-24,0 0 0,0-1 0,0 1 0,-1 0 1,1 1-1,0-1 0,0 0 0,0 1 1,0 0-1,0 0 0,0 0 0,1 0 0,-1 0 1,0 0-1,-3 3 0,7-3 4,0 0 0,0 0 0,0 0 0,0 0 1,0 0-1,0 0 0,0 0 0,0 0 0,0-1 0,0 1 0,1 0 0,-1-1 0,0 1 0,1-1 0,-1 1 1,0-1-1,2 1 0,0 0 47,63 23 467,-48-19-406,0 1-1,0 1 0,0 1 0,0 1 1,-1 0-1,-1 1 0,22 17 0,72 71 1026,-110-98-1164,0 0 1,0 0-1,0 1 1,0-1 0,0 0-1,1 0 1,-1 0-1,0 0 1,0 0-1,0 0 1,0 0-1,0 0 1,0 0 0,0 0-1,0 0 1,0 1-1,0-1 1,0 0-1,0 0 1,0 0 0,1 0-1,-1 0 1,0 0-1,0 0 1,0 0-1,0 1 1,0-1 0,0 0-1,0 0 1,0 0-1,0 0 1,0 0-1,0 0 1,0 0 0,0 1-1,-1-1 1,1 0-1,0 0 1,0 0-1,0 0 1,0 0-1,0 0 1,0 0 0,0 0-1,0 1 1,0-1-1,0 0 1,0 0-1,0 0 1,0 0 0,-1 0-1,1 0 1,0 0-1,0 0 1,0 0-1,0 0 1,0 0 0,0 0-1,-1 0 1,-11 3 168,-14-3 39,-26-2 202,24-1-123,0 3 0,-45 3 0,71-3-270,0 0 1,0 0-1,0 0 0,0 1 1,0-1-1,0 1 0,0-1 1,0 1-1,0 0 0,0-1 1,0 1-1,0 0 0,1 0 0,-1 1 1,0-1-1,1 0 0,-1 0 1,1 1-1,-1-1 0,1 1 1,0-1-1,-1 1 0,1 0 1,0 0-1,0-1 0,0 1 0,0 0 1,1 0-1,-1 0 0,0 0 1,1 0-1,0 0 0,-1 0 1,1 0-1,0 0 0,0 0 1,0 4-1,1-1 30,0 0 0,1 0-1,0 0 1,0 0 0,0 0 0,0 0 0,1 0 0,-1-1-1,1 1 1,0-1 0,1 0 0,-1 0 0,7 6 0,-2-3 43,1-1 1,-1 0 0,1-1 0,10 5 0,-17-9-79,-1 0 1,1 0-1,0 0 0,0-1 0,0 1 1,0-1-1,0 1 0,0-1 0,0 0 1,0 0-1,0 0 0,4 0 0,-6-1-16,1 1-1,0 0 0,0-1 0,-1 1 0,1-1 0,0 1 0,0-1 0,-1 0 0,1 1 0,-1-1 0,1 0 1,-1 1-1,1-1 0,-1 0 0,1 1 0,-1-1 0,1 0 0,-1 0 0,0 0 0,1 1 0,-1-1 1,0 0-1,0 0 0,0 0 0,0 0 0,0 0 0,0 0 0,0 1 0,0-1 0,0-2 0,-1-1-51,0 0 0,0 0-1,0 0 1,-1 0 0,1 0-1,-1 1 1,0-1-1,0 0 1,-1 1 0,1-1-1,-1 1 1,1 0 0,-1 0-1,-6-6 1,-4-2-54,-1 0 1,-18-11-1,1 4 144,-2 2-1,0 2 0,-37-12 1,54 21-24,-39-13 57,39 15-88,1-2-1,0 0 1,1-1 0,-1 0 0,1-1 0,0 0 0,1-2 0,-14-9 0,12 4-10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9:16:43.584"/>
    </inkml:context>
    <inkml:brush xml:id="br0">
      <inkml:brushProperty name="width" value="0.35" units="cm"/>
      <inkml:brushProperty name="height" value="0.35" units="cm"/>
      <inkml:brushProperty name="color" value="#FFFFFF"/>
    </inkml:brush>
  </inkml:definitions>
  <inkml:trace contextRef="#ctx0" brushRef="#br0">1 2 4915,'54'0'753,"2"-2"-103,1 4 0,94 14 0,-81-1 321,68 26 1,-68-22-305,0-3 0,78 7 1,-131-20-482,0 2 1,0 0 0,0 1 0,25 11 0,-26-9 4,1-1 0,0-1 0,0 0 0,19 3 0,254 50 1814,-253-50-1623,9-2 20,1-1 1,-1-3 0,65-3-1,-105 0-360,-2 0 9,0 0 1,0-1 0,0 1-1,0-1 1,0 0 0,0 0 0,0-1-1,0 1 1,-1-1 0,6-2 0,-8 3-52,0 0 0,0 1 0,0-1 0,0 0 0,-1 0 0,1 0 0,0 0 0,0 0 0,-1 0 0,1 0 0,-1 0 0,1 0 0,-1 0 0,1 0 0,-1 0 0,0 0 0,1 0 0,-1-1 0,0 1 0,0 0 0,0 0 0,0 0 0,0 0 0,0-1 0,0 1 0,0 0 0,0 0 0,-1 0 0,1 0 0,0-1 0,-1 1 0,1 0 0,-1 0 0,1 0 0,-1 0 0,0 0 0,1 0 0,-1 0 0,0 0 0,0 1 0,0-1 0,0-1 0,-9-9-106,-1 1 0,0-1 1,0 2-1,-1-1 0,0 2 1,-1 0-1,0 0 1,-18-7-1,-6-1 221,-74-21 0,56 21 27,6 0-114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9:16:46.380"/>
    </inkml:context>
    <inkml:brush xml:id="br0">
      <inkml:brushProperty name="width" value="0.35" units="cm"/>
      <inkml:brushProperty name="height" value="0.35" units="cm"/>
      <inkml:brushProperty name="color" value="#FFFFFF"/>
    </inkml:brush>
  </inkml:definitions>
  <inkml:trace contextRef="#ctx0" brushRef="#br0">734 524 4915,'283'16'2956,"-136"-9"-1908,-105-7-653,1 2 0,-1 2 0,67 14 0,-54-5 233,75 6 0,-111-15-390,1 0 0,18 7 0,27 6 535,35-5 287,0-5 0,149-8 0,-113-2-245,-87 4-479,-28 1-172,0-2-1,1-1 1,40-6 0,-61 7-151,-1 0 0,0 0-1,0 0 1,1 0 0,-1 0 0,0 0 0,0 0 0,1 0 0,-1 0 0,0 0 0,0 0-1,1-1 1,-1 1 0,0 0 0,0 0 0,1 0 0,-1 0 0,0-1 0,0 1 0,0 0 0,0 0-1,1 0 1,-1-1 0,0 1 0,0 0 0,0 0 0,0-1 0,0 1 0,0 0 0,1 0-1,-1-1 1,0 1 0,0 0 0,0 0 0,0-1 0,0 1 0,0 0 0,0 0 0,0-1-1,0 1 1,0 0 0,0 0 0,0-1 0,-1 1 0,1 0 0,0 0 0,0-1 0,0 1-1,0 0 1,0 0 0,0-1 0,-1 1 0,1 0 0,0 0 0,0 0 0,0-1 0,0 1 0,-1 0-1,1 0 1,0 0 0,0 0 0,-1 0 0,1-1 0,0 1 0,0 0 0,-1 0 0,1 0-1,0 0 1,-24-14 304,-23-6-1049,-95-28 0,-59 0-510,-391-49 1585,498 85-135,-104-16 294,129 17-233,0 2-1,-135 1 1,-118 9 888,408-2-752,118 3-57,-194-2-319,1 2 0,-1-1 0,0 2 0,1-1 0,-1 1 0,-1 1 0,13 5 0,-17-6 149,-7-2-63,-16-3-43,-29-9-352,-73-39-546,95 37 798,0 1 0,-1 2 0,0 0 1,-1 2-1,0 1 0,-48-6 0,-52 14 196,3 0-28,119-1-149,-1-1 0,1 0 0,-1 0 0,1-1 0,0 0 0,0 0-1,0 0 1,0 0 0,0-1 0,-8-5 0,-41-40-301,10 8 427,20 24-124,18 12-6,-1-1 0,0 1 0,1-1 0,0-1 0,0 1 0,0-1 1,-5-7-1,10 12 7,1 0 1,0 0-1,-1 0 1,1 0 0,-1 0-1,1 0 1,0 0-1,0 0 1,0 0 0,-1 0-1,1 0 1,0-1-1,0 1 1,1 0 0,-1 0-1,0 0 1,0 0-1,0 0 1,1 0 0,-1 0-1,0 0 1,1 0-1,-1 0 1,1 0 0,0 0-1,-1 0 1,1 1-1,-1-1 1,1 0 0,0 0-1,0 0 1,0 1-1,-1-1 1,1 0-1,0 1 1,0-1 0,0 1-1,0-1 1,0 1-1,2-1 1,3-2 29,1 0 0,0 1 0,0 0 0,12-2 0,35-2 86,1 2-1,101 6 0,-59 1-10,-85-3-76,1 1 0,-2 1-1,1 0 1,0 0 0,0 1 0,-1 1 0,1 0-1,14 8 1,4 4 69,44 33 0,-53-35-63,-5-3-23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9:17:11.079"/>
    </inkml:context>
    <inkml:brush xml:id="br0">
      <inkml:brushProperty name="width" value="0.35" units="cm"/>
      <inkml:brushProperty name="height" value="0.35" units="cm"/>
      <inkml:brushProperty name="color" value="#FFFFFF"/>
    </inkml:brush>
  </inkml:definitions>
  <inkml:trace contextRef="#ctx0" brushRef="#br0">0 1 4915,'0'4'180,"0"11"181,0 2-361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2397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Welcome everyone to our presentation on the E-Commerce Order &amp; Customer Analytics Platform • This project is brought to you by Sudeep Sarkar, Subhajit Maity, and Souvik Adhikari from Anudip Foundation • We're grateful for the guidance of Prof. Sayan Sau in the Advanced Excel module • Today we'll walk you through how we've built a comprehensive analytics solution to help e-commerce businesses understand their orders and customer behavior better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6F5EE"/>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6F5EE"/>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FFFFFF">
              <a:alpha val="85000"/>
            </a:srgbClr>
          </a:solidFill>
          <a:ln/>
        </p:spPr>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customXml" Target="../ink/ink1.xml"/><Relationship Id="rId13" Type="http://schemas.openxmlformats.org/officeDocument/2006/relationships/image" Target="../media/image18.png"/><Relationship Id="rId18" Type="http://schemas.openxmlformats.org/officeDocument/2006/relationships/customXml" Target="../ink/ink6.xml"/><Relationship Id="rId3" Type="http://schemas.openxmlformats.org/officeDocument/2006/relationships/image" Target="../media/image12.svg"/><Relationship Id="rId21" Type="http://schemas.openxmlformats.org/officeDocument/2006/relationships/image" Target="../media/image22.png"/><Relationship Id="rId7" Type="http://schemas.openxmlformats.org/officeDocument/2006/relationships/image" Target="../media/image15.png"/><Relationship Id="rId12" Type="http://schemas.openxmlformats.org/officeDocument/2006/relationships/customXml" Target="../ink/ink3.xml"/><Relationship Id="rId17" Type="http://schemas.openxmlformats.org/officeDocument/2006/relationships/image" Target="../media/image20.png"/><Relationship Id="rId2" Type="http://schemas.openxmlformats.org/officeDocument/2006/relationships/notesSlide" Target="../notesSlides/notesSlide5.xml"/><Relationship Id="rId16" Type="http://schemas.openxmlformats.org/officeDocument/2006/relationships/customXml" Target="../ink/ink5.xml"/><Relationship Id="rId20"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17.png"/><Relationship Id="rId5" Type="http://schemas.openxmlformats.org/officeDocument/2006/relationships/image" Target="../media/image14.svg"/><Relationship Id="rId15" Type="http://schemas.openxmlformats.org/officeDocument/2006/relationships/image" Target="../media/image19.png"/><Relationship Id="rId10" Type="http://schemas.openxmlformats.org/officeDocument/2006/relationships/customXml" Target="../ink/ink2.xml"/><Relationship Id="rId19" Type="http://schemas.openxmlformats.org/officeDocument/2006/relationships/image" Target="../media/image21.png"/><Relationship Id="rId4" Type="http://schemas.openxmlformats.org/officeDocument/2006/relationships/image" Target="../media/image13.svg"/><Relationship Id="rId9" Type="http://schemas.openxmlformats.org/officeDocument/2006/relationships/image" Target="../media/image16.png"/><Relationship Id="rId14" Type="http://schemas.openxmlformats.org/officeDocument/2006/relationships/customXml" Target="../ink/ink4.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7.svg"/><Relationship Id="rId4" Type="http://schemas.openxmlformats.org/officeDocument/2006/relationships/image" Target="../media/image26.sv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39D0395-8B1B-1C9D-D80D-444DA3708559}"/>
              </a:ext>
            </a:extLst>
          </p:cNvPr>
          <p:cNvPicPr>
            <a:picLocks noChangeAspect="1"/>
          </p:cNvPicPr>
          <p:nvPr/>
        </p:nvPicPr>
        <p:blipFill>
          <a:blip r:embed="rId3"/>
          <a:stretch>
            <a:fillRect/>
          </a:stretch>
        </p:blipFill>
        <p:spPr>
          <a:xfrm>
            <a:off x="10530696" y="6404489"/>
            <a:ext cx="1661304" cy="441998"/>
          </a:xfrm>
          <a:prstGeom prst="rect">
            <a:avLst/>
          </a:prstGeom>
        </p:spPr>
      </p:pic>
      <p:pic>
        <p:nvPicPr>
          <p:cNvPr id="15" name="Picture 14" descr="wide_clean_professional_presentation_title_slide.png">
            <a:extLst>
              <a:ext uri="{FF2B5EF4-FFF2-40B4-BE49-F238E27FC236}">
                <a16:creationId xmlns:a16="http://schemas.microsoft.com/office/drawing/2014/main" id="{A75BC929-D72C-15D9-2DFA-FE105ED1CE86}"/>
              </a:ext>
            </a:extLst>
          </p:cNvPr>
          <p:cNvPicPr>
            <a:picLocks noChangeAspect="1"/>
          </p:cNvPicPr>
          <p:nvPr/>
        </p:nvPicPr>
        <p:blipFill>
          <a:blip r:embed="rId4"/>
          <a:stretch>
            <a:fillRect/>
          </a:stretch>
        </p:blipFill>
        <p:spPr>
          <a:xfrm>
            <a:off x="0" y="0"/>
            <a:ext cx="12191999"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Click="0" advTm="1000">
        <p:fade/>
      </p:transition>
    </mc:Choice>
    <mc:Fallback xmlns="">
      <p:transition spd="med" advClick="0" advTm="1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552648"/>
            <a:ext cx="1083342" cy="192980"/>
          </a:xfrm>
          <a:prstGeom prst="roundRect">
            <a:avLst>
              <a:gd name="adj" fmla="val 22112"/>
            </a:avLst>
          </a:prstGeom>
          <a:solidFill>
            <a:srgbClr val="D6F5EE"/>
          </a:solidFill>
          <a:ln/>
        </p:spPr>
      </p:sp>
      <p:sp>
        <p:nvSpPr>
          <p:cNvPr id="3" name="Text 1"/>
          <p:cNvSpPr/>
          <p:nvPr/>
        </p:nvSpPr>
        <p:spPr>
          <a:xfrm>
            <a:off x="737673" y="590748"/>
            <a:ext cx="1540531" cy="116780"/>
          </a:xfrm>
          <a:prstGeom prst="rect">
            <a:avLst/>
          </a:prstGeom>
          <a:noFill/>
          <a:ln/>
        </p:spPr>
        <p:txBody>
          <a:bodyPr wrap="none" lIns="0" tIns="0" rIns="0" bIns="0" rtlCol="0" anchor="t"/>
          <a:lstStyle/>
          <a:p>
            <a:pPr marL="0" indent="0" algn="l">
              <a:lnSpc>
                <a:spcPct val="96000"/>
              </a:lnSpc>
              <a:buNone/>
            </a:pPr>
            <a:r>
              <a:rPr lang="en-US" sz="750" dirty="0">
                <a:solidFill>
                  <a:srgbClr val="333F70"/>
                </a:solidFill>
                <a:latin typeface="Open Sans" pitchFamily="34" charset="0"/>
                <a:ea typeface="Open Sans" pitchFamily="34" charset="-122"/>
                <a:cs typeface="Open Sans" pitchFamily="34" charset="-120"/>
              </a:rPr>
              <a:t>PROJECT OVERVIEW</a:t>
            </a:r>
            <a:endParaRPr lang="en-US" sz="750" dirty="0"/>
          </a:p>
        </p:txBody>
      </p:sp>
      <p:sp>
        <p:nvSpPr>
          <p:cNvPr id="4" name="Text 2"/>
          <p:cNvSpPr/>
          <p:nvPr/>
        </p:nvSpPr>
        <p:spPr>
          <a:xfrm>
            <a:off x="661475" y="779760"/>
            <a:ext cx="10868745" cy="396875"/>
          </a:xfrm>
          <a:prstGeom prst="rect">
            <a:avLst/>
          </a:prstGeom>
          <a:noFill/>
          <a:ln/>
        </p:spPr>
        <p:txBody>
          <a:bodyPr wrap="none" lIns="0" tIns="0" rIns="0" bIns="0" rtlCol="0" anchor="t"/>
          <a:lstStyle/>
          <a:p>
            <a:pPr marL="0" indent="0" algn="l">
              <a:lnSpc>
                <a:spcPct val="104000"/>
              </a:lnSpc>
              <a:buNone/>
            </a:pPr>
            <a:r>
              <a:rPr lang="en-US" sz="2450" b="1" dirty="0">
                <a:solidFill>
                  <a:srgbClr val="333F70"/>
                </a:solidFill>
                <a:latin typeface="Unbounded Bold" pitchFamily="34" charset="0"/>
                <a:ea typeface="Unbounded Bold" pitchFamily="34" charset="-122"/>
                <a:cs typeface="Unbounded Bold" pitchFamily="34" charset="-120"/>
              </a:rPr>
              <a:t>Problem Statement</a:t>
            </a:r>
            <a:endParaRPr lang="en-US" sz="2450" dirty="0"/>
          </a:p>
        </p:txBody>
      </p:sp>
      <p:sp>
        <p:nvSpPr>
          <p:cNvPr id="5" name="Text 3"/>
          <p:cNvSpPr/>
          <p:nvPr/>
        </p:nvSpPr>
        <p:spPr>
          <a:xfrm>
            <a:off x="661475" y="1304627"/>
            <a:ext cx="10868745" cy="339725"/>
          </a:xfrm>
          <a:prstGeom prst="rect">
            <a:avLst/>
          </a:prstGeom>
          <a:noFill/>
          <a:ln/>
        </p:spPr>
        <p:txBody>
          <a:bodyPr wrap="square" lIns="0" tIns="0" rIns="0" bIns="0" rtlCol="0" anchor="t">
            <a:normAutofit/>
          </a:bodyPr>
          <a:lstStyle/>
          <a:p>
            <a:pPr marL="0" indent="0" algn="l">
              <a:lnSpc>
                <a:spcPct val="111000"/>
              </a:lnSpc>
              <a:buNone/>
            </a:pPr>
            <a:r>
              <a:rPr lang="en-US" sz="950" dirty="0">
                <a:solidFill>
                  <a:srgbClr val="333F70"/>
                </a:solidFill>
                <a:latin typeface="Open Sans" pitchFamily="34" charset="0"/>
                <a:ea typeface="Open Sans" pitchFamily="34" charset="-122"/>
                <a:cs typeface="Open Sans" pitchFamily="34" charset="-120"/>
              </a:rPr>
              <a:t>E-Commerce businesses generate large volumes of data scattered across disconnected raw files, but turning that data into clear, actionable insights can be challenging. This project aims to organize and visualize business data through an interactive Excel dashboard to support better understanding, monitoring, and decision-making.</a:t>
            </a:r>
            <a:endParaRPr lang="en-US" sz="9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740297"/>
            <a:ext cx="3566031" cy="711597"/>
          </a:xfrm>
          <a:prstGeom prst="rect">
            <a:avLst/>
          </a:prstGeom>
        </p:spPr>
      </p:pic>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2832" y="1740297"/>
            <a:ext cx="3566031" cy="711597"/>
          </a:xfrm>
          <a:prstGeom prst="rect">
            <a:avLst/>
          </a:prstGeom>
        </p:spPr>
      </p:pic>
      <p:sp>
        <p:nvSpPr>
          <p:cNvPr id="10" name="Text 6"/>
          <p:cNvSpPr/>
          <p:nvPr/>
        </p:nvSpPr>
        <p:spPr>
          <a:xfrm>
            <a:off x="4535076" y="1886347"/>
            <a:ext cx="3197740" cy="198438"/>
          </a:xfrm>
          <a:prstGeom prst="rect">
            <a:avLst/>
          </a:prstGeom>
          <a:noFill/>
          <a:ln/>
        </p:spPr>
        <p:txBody>
          <a:bodyPr wrap="none" lIns="0" tIns="0" rIns="0" bIns="0" rtlCol="0" anchor="t"/>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Profitability Analysis</a:t>
            </a:r>
            <a:endParaRPr lang="en-US" sz="1200" dirty="0"/>
          </a:p>
        </p:txBody>
      </p:sp>
      <p:sp>
        <p:nvSpPr>
          <p:cNvPr id="11" name="Text 7"/>
          <p:cNvSpPr/>
          <p:nvPr/>
        </p:nvSpPr>
        <p:spPr>
          <a:xfrm>
            <a:off x="4535076" y="2135981"/>
            <a:ext cx="3197740" cy="169862"/>
          </a:xfrm>
          <a:prstGeom prst="rect">
            <a:avLst/>
          </a:prstGeom>
          <a:noFill/>
          <a:ln/>
        </p:spPr>
        <p:txBody>
          <a:bodyPr wrap="none" lIns="0" tIns="0" rIns="0" bIns="0" rtlCol="0" anchor="t"/>
          <a:lstStyle/>
          <a:p>
            <a:pPr marL="0" indent="0" algn="l">
              <a:lnSpc>
                <a:spcPct val="111000"/>
              </a:lnSpc>
              <a:buNone/>
            </a:pPr>
            <a:r>
              <a:rPr lang="en-US" sz="950" dirty="0">
                <a:solidFill>
                  <a:srgbClr val="333F70"/>
                </a:solidFill>
                <a:latin typeface="Open Sans" pitchFamily="34" charset="0"/>
                <a:ea typeface="Open Sans" pitchFamily="34" charset="-122"/>
                <a:cs typeface="Open Sans" pitchFamily="34" charset="-120"/>
              </a:rPr>
              <a:t>Compare costs, margins, and outcomes in one model.</a:t>
            </a:r>
            <a:endParaRPr lang="en-US" sz="9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64189" y="1740297"/>
            <a:ext cx="3566031" cy="711597"/>
          </a:xfrm>
          <a:prstGeom prst="rect">
            <a:avLst/>
          </a:prstGeom>
        </p:spPr>
      </p:pic>
      <p:sp>
        <p:nvSpPr>
          <p:cNvPr id="13" name="Text 8"/>
          <p:cNvSpPr/>
          <p:nvPr/>
        </p:nvSpPr>
        <p:spPr>
          <a:xfrm>
            <a:off x="865823" y="1862805"/>
            <a:ext cx="3197740" cy="198438"/>
          </a:xfrm>
          <a:prstGeom prst="rect">
            <a:avLst/>
          </a:prstGeom>
          <a:noFill/>
          <a:ln/>
        </p:spPr>
        <p:txBody>
          <a:bodyPr wrap="none" lIns="0" tIns="0" rIns="0" bIns="0" rtlCol="0" anchor="t"/>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Customer Segmentation</a:t>
            </a:r>
            <a:endParaRPr lang="en-US" sz="1200" dirty="0"/>
          </a:p>
        </p:txBody>
      </p:sp>
      <p:sp>
        <p:nvSpPr>
          <p:cNvPr id="14" name="Text 9"/>
          <p:cNvSpPr/>
          <p:nvPr/>
        </p:nvSpPr>
        <p:spPr>
          <a:xfrm>
            <a:off x="865823" y="2134464"/>
            <a:ext cx="3197740" cy="169862"/>
          </a:xfrm>
          <a:prstGeom prst="rect">
            <a:avLst/>
          </a:prstGeom>
          <a:noFill/>
          <a:ln/>
        </p:spPr>
        <p:txBody>
          <a:bodyPr wrap="none" lIns="0" tIns="0" rIns="0" bIns="0" rtlCol="0" anchor="t"/>
          <a:lstStyle/>
          <a:p>
            <a:pPr marL="0" indent="0" algn="l">
              <a:lnSpc>
                <a:spcPct val="111000"/>
              </a:lnSpc>
              <a:buNone/>
            </a:pPr>
            <a:r>
              <a:rPr lang="en-US" sz="950" dirty="0">
                <a:solidFill>
                  <a:srgbClr val="333F70"/>
                </a:solidFill>
                <a:latin typeface="Open Sans" pitchFamily="34" charset="0"/>
                <a:ea typeface="Open Sans" pitchFamily="34" charset="-122"/>
                <a:cs typeface="Open Sans" pitchFamily="34" charset="-120"/>
              </a:rPr>
              <a:t>Organize customers into actionable groups.</a:t>
            </a:r>
            <a:endParaRPr lang="en-US" sz="950" dirty="0"/>
          </a:p>
        </p:txBody>
      </p:sp>
      <p:pic>
        <p:nvPicPr>
          <p:cNvPr id="15" name="Image 3"/>
          <p:cNvPicPr>
            <a:picLocks noChangeAspect="1"/>
          </p:cNvPicPr>
          <p:nvPr/>
        </p:nvPicPr>
        <p:blipFill>
          <a:blip r:embed="rId4"/>
          <a:srcRect/>
          <a:stretch/>
        </p:blipFill>
        <p:spPr>
          <a:xfrm>
            <a:off x="661475" y="2799629"/>
            <a:ext cx="3606436" cy="265021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6" name="Image 4"/>
          <p:cNvPicPr>
            <a:picLocks noChangeAspect="1"/>
          </p:cNvPicPr>
          <p:nvPr/>
        </p:nvPicPr>
        <p:blipFill>
          <a:blip r:embed="rId5"/>
          <a:srcRect/>
          <a:stretch/>
        </p:blipFill>
        <p:spPr>
          <a:xfrm>
            <a:off x="4320372" y="2799630"/>
            <a:ext cx="3550950" cy="265021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7" name="Image 5"/>
          <p:cNvPicPr>
            <a:picLocks noChangeAspect="1"/>
          </p:cNvPicPr>
          <p:nvPr/>
        </p:nvPicPr>
        <p:blipFill>
          <a:blip r:embed="rId6"/>
          <a:srcRect/>
          <a:stretch/>
        </p:blipFill>
        <p:spPr>
          <a:xfrm>
            <a:off x="7972919" y="2799630"/>
            <a:ext cx="3557301" cy="265021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9" name="Picture 18">
            <a:extLst>
              <a:ext uri="{FF2B5EF4-FFF2-40B4-BE49-F238E27FC236}">
                <a16:creationId xmlns:a16="http://schemas.microsoft.com/office/drawing/2014/main" id="{50BC21DE-1EF0-DF36-D0C7-6F1ACA750135}"/>
              </a:ext>
            </a:extLst>
          </p:cNvPr>
          <p:cNvPicPr>
            <a:picLocks noChangeAspect="1"/>
          </p:cNvPicPr>
          <p:nvPr/>
        </p:nvPicPr>
        <p:blipFill>
          <a:blip r:embed="rId7"/>
          <a:stretch>
            <a:fillRect/>
          </a:stretch>
        </p:blipFill>
        <p:spPr>
          <a:xfrm>
            <a:off x="10530696" y="6404489"/>
            <a:ext cx="1661304" cy="441998"/>
          </a:xfrm>
          <a:prstGeom prst="rect">
            <a:avLst/>
          </a:prstGeom>
        </p:spPr>
      </p:pic>
      <p:sp>
        <p:nvSpPr>
          <p:cNvPr id="7" name="Text 4"/>
          <p:cNvSpPr/>
          <p:nvPr/>
        </p:nvSpPr>
        <p:spPr>
          <a:xfrm>
            <a:off x="8163608" y="1865831"/>
            <a:ext cx="3197740" cy="198438"/>
          </a:xfrm>
          <a:prstGeom prst="rect">
            <a:avLst/>
          </a:prstGeom>
          <a:noFill/>
          <a:ln/>
        </p:spPr>
        <p:txBody>
          <a:bodyPr wrap="none" lIns="0" tIns="0" rIns="0" bIns="0" rtlCol="0" anchor="t"/>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Revenue Tracking</a:t>
            </a:r>
            <a:endParaRPr lang="en-US" sz="1200" dirty="0"/>
          </a:p>
        </p:txBody>
      </p:sp>
      <p:sp>
        <p:nvSpPr>
          <p:cNvPr id="8" name="Text 5"/>
          <p:cNvSpPr/>
          <p:nvPr/>
        </p:nvSpPr>
        <p:spPr>
          <a:xfrm>
            <a:off x="8163608" y="2096095"/>
            <a:ext cx="3197740" cy="169862"/>
          </a:xfrm>
          <a:prstGeom prst="rect">
            <a:avLst/>
          </a:prstGeom>
          <a:noFill/>
          <a:ln/>
        </p:spPr>
        <p:txBody>
          <a:bodyPr wrap="none" lIns="0" tIns="0" rIns="0" bIns="0" rtlCol="0" anchor="t"/>
          <a:lstStyle/>
          <a:p>
            <a:pPr marL="0" indent="0" algn="l">
              <a:lnSpc>
                <a:spcPct val="111000"/>
              </a:lnSpc>
              <a:buNone/>
            </a:pPr>
            <a:r>
              <a:rPr lang="en-US" sz="950" dirty="0">
                <a:solidFill>
                  <a:srgbClr val="333F70"/>
                </a:solidFill>
                <a:latin typeface="Open Sans" pitchFamily="34" charset="0"/>
                <a:ea typeface="Open Sans" pitchFamily="34" charset="-122"/>
                <a:cs typeface="Open Sans" pitchFamily="34" charset="-120"/>
              </a:rPr>
              <a:t>Unify sales data for reliable reporting.</a:t>
            </a:r>
            <a:endParaRPr lang="en-US" sz="9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5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250"/>
                                        <p:tgtEl>
                                          <p:spTgt spid="5"/>
                                        </p:tgtEl>
                                      </p:cBhvr>
                                    </p:animEffect>
                                  </p:childTnLst>
                                </p:cTn>
                              </p:par>
                            </p:childTnLst>
                          </p:cTn>
                        </p:par>
                        <p:par>
                          <p:cTn id="11" fill="hold">
                            <p:stCondLst>
                              <p:cond delay="1750"/>
                            </p:stCondLst>
                            <p:childTnLst>
                              <p:par>
                                <p:cTn id="12" presetID="2" presetClass="entr" presetSubtype="4"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par>
                          <p:cTn id="16" fill="hold">
                            <p:stCondLst>
                              <p:cond delay="2250"/>
                            </p:stCondLst>
                            <p:childTnLst>
                              <p:par>
                                <p:cTn id="17" presetID="2" presetClass="entr" presetSubtype="4"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par>
                          <p:cTn id="21" fill="hold">
                            <p:stCondLst>
                              <p:cond delay="2750"/>
                            </p:stCondLst>
                            <p:childTnLst>
                              <p:par>
                                <p:cTn id="22" presetID="2" presetClass="entr" presetSubtype="4"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childTnLst>
                          </p:cTn>
                        </p:par>
                        <p:par>
                          <p:cTn id="26" fill="hold">
                            <p:stCondLst>
                              <p:cond delay="3250"/>
                            </p:stCondLst>
                            <p:childTnLst>
                              <p:par>
                                <p:cTn id="27" presetID="26" presetClass="entr" presetSubtype="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down)">
                                      <p:cBhvr>
                                        <p:cTn id="29" dur="580">
                                          <p:stCondLst>
                                            <p:cond delay="0"/>
                                          </p:stCondLst>
                                        </p:cTn>
                                        <p:tgtEl>
                                          <p:spTgt spid="13"/>
                                        </p:tgtEl>
                                      </p:cBhvr>
                                    </p:animEffect>
                                    <p:anim calcmode="lin" valueType="num">
                                      <p:cBhvr>
                                        <p:cTn id="30"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35" dur="26">
                                          <p:stCondLst>
                                            <p:cond delay="650"/>
                                          </p:stCondLst>
                                        </p:cTn>
                                        <p:tgtEl>
                                          <p:spTgt spid="13"/>
                                        </p:tgtEl>
                                      </p:cBhvr>
                                      <p:to x="100000" y="60000"/>
                                    </p:animScale>
                                    <p:animScale>
                                      <p:cBhvr>
                                        <p:cTn id="36" dur="166" decel="50000">
                                          <p:stCondLst>
                                            <p:cond delay="676"/>
                                          </p:stCondLst>
                                        </p:cTn>
                                        <p:tgtEl>
                                          <p:spTgt spid="13"/>
                                        </p:tgtEl>
                                      </p:cBhvr>
                                      <p:to x="100000" y="100000"/>
                                    </p:animScale>
                                    <p:animScale>
                                      <p:cBhvr>
                                        <p:cTn id="37" dur="26">
                                          <p:stCondLst>
                                            <p:cond delay="1312"/>
                                          </p:stCondLst>
                                        </p:cTn>
                                        <p:tgtEl>
                                          <p:spTgt spid="13"/>
                                        </p:tgtEl>
                                      </p:cBhvr>
                                      <p:to x="100000" y="80000"/>
                                    </p:animScale>
                                    <p:animScale>
                                      <p:cBhvr>
                                        <p:cTn id="38" dur="166" decel="50000">
                                          <p:stCondLst>
                                            <p:cond delay="1338"/>
                                          </p:stCondLst>
                                        </p:cTn>
                                        <p:tgtEl>
                                          <p:spTgt spid="13"/>
                                        </p:tgtEl>
                                      </p:cBhvr>
                                      <p:to x="100000" y="100000"/>
                                    </p:animScale>
                                    <p:animScale>
                                      <p:cBhvr>
                                        <p:cTn id="39" dur="26">
                                          <p:stCondLst>
                                            <p:cond delay="1642"/>
                                          </p:stCondLst>
                                        </p:cTn>
                                        <p:tgtEl>
                                          <p:spTgt spid="13"/>
                                        </p:tgtEl>
                                      </p:cBhvr>
                                      <p:to x="100000" y="90000"/>
                                    </p:animScale>
                                    <p:animScale>
                                      <p:cBhvr>
                                        <p:cTn id="40" dur="166" decel="50000">
                                          <p:stCondLst>
                                            <p:cond delay="1668"/>
                                          </p:stCondLst>
                                        </p:cTn>
                                        <p:tgtEl>
                                          <p:spTgt spid="13"/>
                                        </p:tgtEl>
                                      </p:cBhvr>
                                      <p:to x="100000" y="100000"/>
                                    </p:animScale>
                                    <p:animScale>
                                      <p:cBhvr>
                                        <p:cTn id="41" dur="26">
                                          <p:stCondLst>
                                            <p:cond delay="1808"/>
                                          </p:stCondLst>
                                        </p:cTn>
                                        <p:tgtEl>
                                          <p:spTgt spid="13"/>
                                        </p:tgtEl>
                                      </p:cBhvr>
                                      <p:to x="100000" y="95000"/>
                                    </p:animScale>
                                    <p:animScale>
                                      <p:cBhvr>
                                        <p:cTn id="42" dur="166" decel="50000">
                                          <p:stCondLst>
                                            <p:cond delay="1834"/>
                                          </p:stCondLst>
                                        </p:cTn>
                                        <p:tgtEl>
                                          <p:spTgt spid="13"/>
                                        </p:tgtEl>
                                      </p:cBhvr>
                                      <p:to x="100000" y="100000"/>
                                    </p:animScale>
                                  </p:childTnLst>
                                </p:cTn>
                              </p:par>
                              <p:par>
                                <p:cTn id="43" presetID="26"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down)">
                                      <p:cBhvr>
                                        <p:cTn id="45" dur="580">
                                          <p:stCondLst>
                                            <p:cond delay="0"/>
                                          </p:stCondLst>
                                        </p:cTn>
                                        <p:tgtEl>
                                          <p:spTgt spid="10"/>
                                        </p:tgtEl>
                                      </p:cBhvr>
                                    </p:animEffect>
                                    <p:anim calcmode="lin" valueType="num">
                                      <p:cBhvr>
                                        <p:cTn id="46"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51" dur="26">
                                          <p:stCondLst>
                                            <p:cond delay="650"/>
                                          </p:stCondLst>
                                        </p:cTn>
                                        <p:tgtEl>
                                          <p:spTgt spid="10"/>
                                        </p:tgtEl>
                                      </p:cBhvr>
                                      <p:to x="100000" y="60000"/>
                                    </p:animScale>
                                    <p:animScale>
                                      <p:cBhvr>
                                        <p:cTn id="52" dur="166" decel="50000">
                                          <p:stCondLst>
                                            <p:cond delay="676"/>
                                          </p:stCondLst>
                                        </p:cTn>
                                        <p:tgtEl>
                                          <p:spTgt spid="10"/>
                                        </p:tgtEl>
                                      </p:cBhvr>
                                      <p:to x="100000" y="100000"/>
                                    </p:animScale>
                                    <p:animScale>
                                      <p:cBhvr>
                                        <p:cTn id="53" dur="26">
                                          <p:stCondLst>
                                            <p:cond delay="1312"/>
                                          </p:stCondLst>
                                        </p:cTn>
                                        <p:tgtEl>
                                          <p:spTgt spid="10"/>
                                        </p:tgtEl>
                                      </p:cBhvr>
                                      <p:to x="100000" y="80000"/>
                                    </p:animScale>
                                    <p:animScale>
                                      <p:cBhvr>
                                        <p:cTn id="54" dur="166" decel="50000">
                                          <p:stCondLst>
                                            <p:cond delay="1338"/>
                                          </p:stCondLst>
                                        </p:cTn>
                                        <p:tgtEl>
                                          <p:spTgt spid="10"/>
                                        </p:tgtEl>
                                      </p:cBhvr>
                                      <p:to x="100000" y="100000"/>
                                    </p:animScale>
                                    <p:animScale>
                                      <p:cBhvr>
                                        <p:cTn id="55" dur="26">
                                          <p:stCondLst>
                                            <p:cond delay="1642"/>
                                          </p:stCondLst>
                                        </p:cTn>
                                        <p:tgtEl>
                                          <p:spTgt spid="10"/>
                                        </p:tgtEl>
                                      </p:cBhvr>
                                      <p:to x="100000" y="90000"/>
                                    </p:animScale>
                                    <p:animScale>
                                      <p:cBhvr>
                                        <p:cTn id="56" dur="166" decel="50000">
                                          <p:stCondLst>
                                            <p:cond delay="1668"/>
                                          </p:stCondLst>
                                        </p:cTn>
                                        <p:tgtEl>
                                          <p:spTgt spid="10"/>
                                        </p:tgtEl>
                                      </p:cBhvr>
                                      <p:to x="100000" y="100000"/>
                                    </p:animScale>
                                    <p:animScale>
                                      <p:cBhvr>
                                        <p:cTn id="57" dur="26">
                                          <p:stCondLst>
                                            <p:cond delay="1808"/>
                                          </p:stCondLst>
                                        </p:cTn>
                                        <p:tgtEl>
                                          <p:spTgt spid="10"/>
                                        </p:tgtEl>
                                      </p:cBhvr>
                                      <p:to x="100000" y="95000"/>
                                    </p:animScale>
                                    <p:animScale>
                                      <p:cBhvr>
                                        <p:cTn id="58" dur="166" decel="50000">
                                          <p:stCondLst>
                                            <p:cond delay="1834"/>
                                          </p:stCondLst>
                                        </p:cTn>
                                        <p:tgtEl>
                                          <p:spTgt spid="10"/>
                                        </p:tgtEl>
                                      </p:cBhvr>
                                      <p:to x="100000" y="100000"/>
                                    </p:animScale>
                                  </p:childTnLst>
                                </p:cTn>
                              </p:par>
                              <p:par>
                                <p:cTn id="59" presetID="26" presetClass="entr" presetSubtype="0" fill="hold" grpId="0" nodeType="with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down)">
                                      <p:cBhvr>
                                        <p:cTn id="61" dur="580">
                                          <p:stCondLst>
                                            <p:cond delay="0"/>
                                          </p:stCondLst>
                                        </p:cTn>
                                        <p:tgtEl>
                                          <p:spTgt spid="7"/>
                                        </p:tgtEl>
                                      </p:cBhvr>
                                    </p:animEffect>
                                    <p:anim calcmode="lin" valueType="num">
                                      <p:cBhvr>
                                        <p:cTn id="62"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67" dur="26">
                                          <p:stCondLst>
                                            <p:cond delay="650"/>
                                          </p:stCondLst>
                                        </p:cTn>
                                        <p:tgtEl>
                                          <p:spTgt spid="7"/>
                                        </p:tgtEl>
                                      </p:cBhvr>
                                      <p:to x="100000" y="60000"/>
                                    </p:animScale>
                                    <p:animScale>
                                      <p:cBhvr>
                                        <p:cTn id="68" dur="166" decel="50000">
                                          <p:stCondLst>
                                            <p:cond delay="676"/>
                                          </p:stCondLst>
                                        </p:cTn>
                                        <p:tgtEl>
                                          <p:spTgt spid="7"/>
                                        </p:tgtEl>
                                      </p:cBhvr>
                                      <p:to x="100000" y="100000"/>
                                    </p:animScale>
                                    <p:animScale>
                                      <p:cBhvr>
                                        <p:cTn id="69" dur="26">
                                          <p:stCondLst>
                                            <p:cond delay="1312"/>
                                          </p:stCondLst>
                                        </p:cTn>
                                        <p:tgtEl>
                                          <p:spTgt spid="7"/>
                                        </p:tgtEl>
                                      </p:cBhvr>
                                      <p:to x="100000" y="80000"/>
                                    </p:animScale>
                                    <p:animScale>
                                      <p:cBhvr>
                                        <p:cTn id="70" dur="166" decel="50000">
                                          <p:stCondLst>
                                            <p:cond delay="1338"/>
                                          </p:stCondLst>
                                        </p:cTn>
                                        <p:tgtEl>
                                          <p:spTgt spid="7"/>
                                        </p:tgtEl>
                                      </p:cBhvr>
                                      <p:to x="100000" y="100000"/>
                                    </p:animScale>
                                    <p:animScale>
                                      <p:cBhvr>
                                        <p:cTn id="71" dur="26">
                                          <p:stCondLst>
                                            <p:cond delay="1642"/>
                                          </p:stCondLst>
                                        </p:cTn>
                                        <p:tgtEl>
                                          <p:spTgt spid="7"/>
                                        </p:tgtEl>
                                      </p:cBhvr>
                                      <p:to x="100000" y="90000"/>
                                    </p:animScale>
                                    <p:animScale>
                                      <p:cBhvr>
                                        <p:cTn id="72" dur="166" decel="50000">
                                          <p:stCondLst>
                                            <p:cond delay="1668"/>
                                          </p:stCondLst>
                                        </p:cTn>
                                        <p:tgtEl>
                                          <p:spTgt spid="7"/>
                                        </p:tgtEl>
                                      </p:cBhvr>
                                      <p:to x="100000" y="100000"/>
                                    </p:animScale>
                                    <p:animScale>
                                      <p:cBhvr>
                                        <p:cTn id="73" dur="26">
                                          <p:stCondLst>
                                            <p:cond delay="1808"/>
                                          </p:stCondLst>
                                        </p:cTn>
                                        <p:tgtEl>
                                          <p:spTgt spid="7"/>
                                        </p:tgtEl>
                                      </p:cBhvr>
                                      <p:to x="100000" y="95000"/>
                                    </p:animScale>
                                    <p:animScale>
                                      <p:cBhvr>
                                        <p:cTn id="74" dur="166" decel="50000">
                                          <p:stCondLst>
                                            <p:cond delay="1834"/>
                                          </p:stCondLst>
                                        </p:cTn>
                                        <p:tgtEl>
                                          <p:spTgt spid="7"/>
                                        </p:tgtEl>
                                      </p:cBhvr>
                                      <p:to x="100000" y="100000"/>
                                    </p:animScale>
                                  </p:childTnLst>
                                </p:cTn>
                              </p:par>
                            </p:childTnLst>
                          </p:cTn>
                        </p:par>
                        <p:par>
                          <p:cTn id="75" fill="hold">
                            <p:stCondLst>
                              <p:cond delay="5250"/>
                            </p:stCondLst>
                            <p:childTnLst>
                              <p:par>
                                <p:cTn id="76" presetID="53" presetClass="entr" presetSubtype="16" fill="hold" grpId="0" nodeType="afterEffect">
                                  <p:stCondLst>
                                    <p:cond delay="0"/>
                                  </p:stCondLst>
                                  <p:childTnLst>
                                    <p:set>
                                      <p:cBhvr>
                                        <p:cTn id="77" dur="1" fill="hold">
                                          <p:stCondLst>
                                            <p:cond delay="0"/>
                                          </p:stCondLst>
                                        </p:cTn>
                                        <p:tgtEl>
                                          <p:spTgt spid="14"/>
                                        </p:tgtEl>
                                        <p:attrNameLst>
                                          <p:attrName>style.visibility</p:attrName>
                                        </p:attrNameLst>
                                      </p:cBhvr>
                                      <p:to>
                                        <p:strVal val="visible"/>
                                      </p:to>
                                    </p:set>
                                    <p:anim calcmode="lin" valueType="num">
                                      <p:cBhvr>
                                        <p:cTn id="78" dur="500" fill="hold"/>
                                        <p:tgtEl>
                                          <p:spTgt spid="14"/>
                                        </p:tgtEl>
                                        <p:attrNameLst>
                                          <p:attrName>ppt_w</p:attrName>
                                        </p:attrNameLst>
                                      </p:cBhvr>
                                      <p:tavLst>
                                        <p:tav tm="0">
                                          <p:val>
                                            <p:fltVal val="0"/>
                                          </p:val>
                                        </p:tav>
                                        <p:tav tm="100000">
                                          <p:val>
                                            <p:strVal val="#ppt_w"/>
                                          </p:val>
                                        </p:tav>
                                      </p:tavLst>
                                    </p:anim>
                                    <p:anim calcmode="lin" valueType="num">
                                      <p:cBhvr>
                                        <p:cTn id="79" dur="500" fill="hold"/>
                                        <p:tgtEl>
                                          <p:spTgt spid="14"/>
                                        </p:tgtEl>
                                        <p:attrNameLst>
                                          <p:attrName>ppt_h</p:attrName>
                                        </p:attrNameLst>
                                      </p:cBhvr>
                                      <p:tavLst>
                                        <p:tav tm="0">
                                          <p:val>
                                            <p:fltVal val="0"/>
                                          </p:val>
                                        </p:tav>
                                        <p:tav tm="100000">
                                          <p:val>
                                            <p:strVal val="#ppt_h"/>
                                          </p:val>
                                        </p:tav>
                                      </p:tavLst>
                                    </p:anim>
                                    <p:animEffect transition="in" filter="fade">
                                      <p:cBhvr>
                                        <p:cTn id="80" dur="500"/>
                                        <p:tgtEl>
                                          <p:spTgt spid="14"/>
                                        </p:tgtEl>
                                      </p:cBhvr>
                                    </p:animEffect>
                                  </p:childTnLst>
                                </p:cTn>
                              </p:par>
                            </p:childTnLst>
                          </p:cTn>
                        </p:par>
                        <p:par>
                          <p:cTn id="81" fill="hold">
                            <p:stCondLst>
                              <p:cond delay="5750"/>
                            </p:stCondLst>
                            <p:childTnLst>
                              <p:par>
                                <p:cTn id="82" presetID="53" presetClass="entr" presetSubtype="16" fill="hold" grpId="0" nodeType="afterEffect">
                                  <p:stCondLst>
                                    <p:cond delay="0"/>
                                  </p:stCondLst>
                                  <p:childTnLst>
                                    <p:set>
                                      <p:cBhvr>
                                        <p:cTn id="83" dur="1" fill="hold">
                                          <p:stCondLst>
                                            <p:cond delay="0"/>
                                          </p:stCondLst>
                                        </p:cTn>
                                        <p:tgtEl>
                                          <p:spTgt spid="11"/>
                                        </p:tgtEl>
                                        <p:attrNameLst>
                                          <p:attrName>style.visibility</p:attrName>
                                        </p:attrNameLst>
                                      </p:cBhvr>
                                      <p:to>
                                        <p:strVal val="visible"/>
                                      </p:to>
                                    </p:set>
                                    <p:anim calcmode="lin" valueType="num">
                                      <p:cBhvr>
                                        <p:cTn id="84" dur="500" fill="hold"/>
                                        <p:tgtEl>
                                          <p:spTgt spid="11"/>
                                        </p:tgtEl>
                                        <p:attrNameLst>
                                          <p:attrName>ppt_w</p:attrName>
                                        </p:attrNameLst>
                                      </p:cBhvr>
                                      <p:tavLst>
                                        <p:tav tm="0">
                                          <p:val>
                                            <p:fltVal val="0"/>
                                          </p:val>
                                        </p:tav>
                                        <p:tav tm="100000">
                                          <p:val>
                                            <p:strVal val="#ppt_w"/>
                                          </p:val>
                                        </p:tav>
                                      </p:tavLst>
                                    </p:anim>
                                    <p:anim calcmode="lin" valueType="num">
                                      <p:cBhvr>
                                        <p:cTn id="85" dur="500" fill="hold"/>
                                        <p:tgtEl>
                                          <p:spTgt spid="11"/>
                                        </p:tgtEl>
                                        <p:attrNameLst>
                                          <p:attrName>ppt_h</p:attrName>
                                        </p:attrNameLst>
                                      </p:cBhvr>
                                      <p:tavLst>
                                        <p:tav tm="0">
                                          <p:val>
                                            <p:fltVal val="0"/>
                                          </p:val>
                                        </p:tav>
                                        <p:tav tm="100000">
                                          <p:val>
                                            <p:strVal val="#ppt_h"/>
                                          </p:val>
                                        </p:tav>
                                      </p:tavLst>
                                    </p:anim>
                                    <p:animEffect transition="in" filter="fade">
                                      <p:cBhvr>
                                        <p:cTn id="86" dur="500"/>
                                        <p:tgtEl>
                                          <p:spTgt spid="11"/>
                                        </p:tgtEl>
                                      </p:cBhvr>
                                    </p:animEffect>
                                  </p:childTnLst>
                                </p:cTn>
                              </p:par>
                            </p:childTnLst>
                          </p:cTn>
                        </p:par>
                        <p:par>
                          <p:cTn id="87" fill="hold">
                            <p:stCondLst>
                              <p:cond delay="6250"/>
                            </p:stCondLst>
                            <p:childTnLst>
                              <p:par>
                                <p:cTn id="88" presetID="53" presetClass="entr" presetSubtype="16" fill="hold" grpId="0" nodeType="afterEffect">
                                  <p:stCondLst>
                                    <p:cond delay="0"/>
                                  </p:stCondLst>
                                  <p:childTnLst>
                                    <p:set>
                                      <p:cBhvr>
                                        <p:cTn id="89" dur="1" fill="hold">
                                          <p:stCondLst>
                                            <p:cond delay="0"/>
                                          </p:stCondLst>
                                        </p:cTn>
                                        <p:tgtEl>
                                          <p:spTgt spid="8"/>
                                        </p:tgtEl>
                                        <p:attrNameLst>
                                          <p:attrName>style.visibility</p:attrName>
                                        </p:attrNameLst>
                                      </p:cBhvr>
                                      <p:to>
                                        <p:strVal val="visible"/>
                                      </p:to>
                                    </p:set>
                                    <p:anim calcmode="lin" valueType="num">
                                      <p:cBhvr>
                                        <p:cTn id="90" dur="500" fill="hold"/>
                                        <p:tgtEl>
                                          <p:spTgt spid="8"/>
                                        </p:tgtEl>
                                        <p:attrNameLst>
                                          <p:attrName>ppt_w</p:attrName>
                                        </p:attrNameLst>
                                      </p:cBhvr>
                                      <p:tavLst>
                                        <p:tav tm="0">
                                          <p:val>
                                            <p:fltVal val="0"/>
                                          </p:val>
                                        </p:tav>
                                        <p:tav tm="100000">
                                          <p:val>
                                            <p:strVal val="#ppt_w"/>
                                          </p:val>
                                        </p:tav>
                                      </p:tavLst>
                                    </p:anim>
                                    <p:anim calcmode="lin" valueType="num">
                                      <p:cBhvr>
                                        <p:cTn id="91" dur="500" fill="hold"/>
                                        <p:tgtEl>
                                          <p:spTgt spid="8"/>
                                        </p:tgtEl>
                                        <p:attrNameLst>
                                          <p:attrName>ppt_h</p:attrName>
                                        </p:attrNameLst>
                                      </p:cBhvr>
                                      <p:tavLst>
                                        <p:tav tm="0">
                                          <p:val>
                                            <p:fltVal val="0"/>
                                          </p:val>
                                        </p:tav>
                                        <p:tav tm="100000">
                                          <p:val>
                                            <p:strVal val="#ppt_h"/>
                                          </p:val>
                                        </p:tav>
                                      </p:tavLst>
                                    </p:anim>
                                    <p:animEffect transition="in" filter="fade">
                                      <p:cBhvr>
                                        <p:cTn id="92" dur="500"/>
                                        <p:tgtEl>
                                          <p:spTgt spid="8"/>
                                        </p:tgtEl>
                                      </p:cBhvr>
                                    </p:animEffect>
                                  </p:childTnLst>
                                </p:cTn>
                              </p:par>
                              <p:par>
                                <p:cTn id="93" presetID="22" presetClass="entr" presetSubtype="4"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wipe(down)">
                                      <p:cBhvr>
                                        <p:cTn id="95" dur="500"/>
                                        <p:tgtEl>
                                          <p:spTgt spid="15"/>
                                        </p:tgtEl>
                                      </p:cBhvr>
                                    </p:animEffect>
                                  </p:childTnLst>
                                </p:cTn>
                              </p:par>
                              <p:par>
                                <p:cTn id="96" presetID="22" presetClass="entr" presetSubtype="4" fill="hold" nodeType="with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wipe(down)">
                                      <p:cBhvr>
                                        <p:cTn id="98" dur="500"/>
                                        <p:tgtEl>
                                          <p:spTgt spid="16"/>
                                        </p:tgtEl>
                                      </p:cBhvr>
                                    </p:animEffect>
                                  </p:childTnLst>
                                </p:cTn>
                              </p:par>
                              <p:par>
                                <p:cTn id="99" presetID="22" presetClass="entr" presetSubtype="4" fill="hold" nodeType="withEffect">
                                  <p:stCondLst>
                                    <p:cond delay="0"/>
                                  </p:stCondLst>
                                  <p:childTnLst>
                                    <p:set>
                                      <p:cBhvr>
                                        <p:cTn id="100" dur="1" fill="hold">
                                          <p:stCondLst>
                                            <p:cond delay="0"/>
                                          </p:stCondLst>
                                        </p:cTn>
                                        <p:tgtEl>
                                          <p:spTgt spid="17"/>
                                        </p:tgtEl>
                                        <p:attrNameLst>
                                          <p:attrName>style.visibility</p:attrName>
                                        </p:attrNameLst>
                                      </p:cBhvr>
                                      <p:to>
                                        <p:strVal val="visible"/>
                                      </p:to>
                                    </p:set>
                                    <p:animEffect transition="in" filter="wipe(down)">
                                      <p:cBhvr>
                                        <p:cTn id="10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P spid="11" grpId="0" animBg="1"/>
      <p:bldP spid="13" grpId="0" animBg="1"/>
      <p:bldP spid="14" grpId="0" animBg="1"/>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1371104"/>
            <a:ext cx="4070744" cy="2306737"/>
          </a:xfrm>
          <a:prstGeom prst="rect">
            <a:avLst/>
          </a:prstGeom>
        </p:spPr>
      </p:pic>
      <p:sp>
        <p:nvSpPr>
          <p:cNvPr id="3" name="Text 0"/>
          <p:cNvSpPr/>
          <p:nvPr/>
        </p:nvSpPr>
        <p:spPr>
          <a:xfrm>
            <a:off x="5199726" y="1690489"/>
            <a:ext cx="6336745" cy="590649"/>
          </a:xfrm>
          <a:prstGeom prst="rect">
            <a:avLst/>
          </a:prstGeom>
          <a:noFill/>
          <a:ln/>
        </p:spPr>
        <p:txBody>
          <a:bodyPr wrap="none" lIns="0" tIns="0" rIns="0" bIns="0" rtlCol="0" anchor="t"/>
          <a:lstStyle/>
          <a:p>
            <a:pPr marL="0" indent="0" algn="l">
              <a:lnSpc>
                <a:spcPct val="104000"/>
              </a:lnSpc>
              <a:buNone/>
            </a:pPr>
            <a:r>
              <a:rPr lang="en-US" sz="3700" b="1" dirty="0">
                <a:solidFill>
                  <a:srgbClr val="333F70"/>
                </a:solidFill>
                <a:latin typeface="Unbounded Bold" pitchFamily="34" charset="0"/>
                <a:ea typeface="Unbounded Bold" pitchFamily="34" charset="-122"/>
                <a:cs typeface="Unbounded Bold" pitchFamily="34" charset="-120"/>
              </a:rPr>
              <a:t>Objective &amp; Design</a:t>
            </a:r>
            <a:endParaRPr lang="en-US" sz="3700" dirty="0"/>
          </a:p>
        </p:txBody>
      </p:sp>
      <p:sp>
        <p:nvSpPr>
          <p:cNvPr id="4" name="Text 1"/>
          <p:cNvSpPr/>
          <p:nvPr/>
        </p:nvSpPr>
        <p:spPr>
          <a:xfrm>
            <a:off x="5199726" y="2470150"/>
            <a:ext cx="633674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Build a formula-driven Excel workbook that combines </a:t>
            </a:r>
            <a:r>
              <a:rPr lang="en-US" sz="1450" b="1" dirty="0">
                <a:solidFill>
                  <a:srgbClr val="333F70"/>
                </a:solidFill>
                <a:latin typeface="Open Sans Bold" pitchFamily="34" charset="0"/>
                <a:ea typeface="Open Sans Bold" pitchFamily="34" charset="-122"/>
                <a:cs typeface="Open Sans Bold" pitchFamily="34" charset="-120"/>
              </a:rPr>
              <a:t>Customers</a:t>
            </a:r>
            <a:r>
              <a:rPr lang="en-US" sz="1450" dirty="0">
                <a:solidFill>
                  <a:srgbClr val="333F70"/>
                </a:solidFill>
                <a:latin typeface="Open Sans" pitchFamily="34" charset="0"/>
                <a:ea typeface="Open Sans" pitchFamily="34" charset="-122"/>
                <a:cs typeface="Open Sans" pitchFamily="34" charset="-120"/>
              </a:rPr>
              <a:t>, </a:t>
            </a:r>
            <a:r>
              <a:rPr lang="en-US" sz="1450" b="1" dirty="0">
                <a:solidFill>
                  <a:srgbClr val="333F70"/>
                </a:solidFill>
                <a:latin typeface="Open Sans Bold" pitchFamily="34" charset="0"/>
                <a:ea typeface="Open Sans Bold" pitchFamily="34" charset="-122"/>
                <a:cs typeface="Open Sans Bold" pitchFamily="34" charset="-120"/>
              </a:rPr>
              <a:t>Products</a:t>
            </a:r>
            <a:r>
              <a:rPr lang="en-US" sz="1450" dirty="0">
                <a:solidFill>
                  <a:srgbClr val="333F70"/>
                </a:solidFill>
                <a:latin typeface="Open Sans" pitchFamily="34" charset="0"/>
                <a:ea typeface="Open Sans" pitchFamily="34" charset="-122"/>
                <a:cs typeface="Open Sans" pitchFamily="34" charset="-120"/>
              </a:rPr>
              <a:t>, and </a:t>
            </a:r>
            <a:r>
              <a:rPr lang="en-US" sz="1450" b="1" dirty="0">
                <a:solidFill>
                  <a:srgbClr val="333F70"/>
                </a:solidFill>
                <a:latin typeface="Open Sans Bold" pitchFamily="34" charset="0"/>
                <a:ea typeface="Open Sans Bold" pitchFamily="34" charset="-122"/>
                <a:cs typeface="Open Sans Bold" pitchFamily="34" charset="-120"/>
              </a:rPr>
              <a:t>Sales data</a:t>
            </a:r>
            <a:r>
              <a:rPr lang="en-US" sz="1450" dirty="0">
                <a:solidFill>
                  <a:srgbClr val="333F70"/>
                </a:solidFill>
                <a:latin typeface="Open Sans" pitchFamily="34" charset="0"/>
                <a:ea typeface="Open Sans" pitchFamily="34" charset="-122"/>
                <a:cs typeface="Open Sans" pitchFamily="34" charset="-120"/>
              </a:rPr>
              <a:t> into a </a:t>
            </a:r>
            <a:r>
              <a:rPr lang="en-US" sz="1450" b="1" dirty="0">
                <a:solidFill>
                  <a:srgbClr val="333F70"/>
                </a:solidFill>
                <a:latin typeface="Open Sans Bold" pitchFamily="34" charset="0"/>
                <a:ea typeface="Open Sans Bold" pitchFamily="34" charset="-122"/>
                <a:cs typeface="Open Sans Bold" pitchFamily="34" charset="-120"/>
              </a:rPr>
              <a:t>Master Data</a:t>
            </a:r>
            <a:r>
              <a:rPr lang="en-US" sz="1450" dirty="0">
                <a:solidFill>
                  <a:srgbClr val="333F70"/>
                </a:solidFill>
                <a:latin typeface="Open Sans" pitchFamily="34" charset="0"/>
                <a:ea typeface="Open Sans" pitchFamily="34" charset="-122"/>
                <a:cs typeface="Open Sans" pitchFamily="34" charset="-120"/>
              </a:rPr>
              <a:t> table, enabling refreshable, auditable reporting layers (</a:t>
            </a:r>
            <a:r>
              <a:rPr lang="en-US" sz="1450" b="1" dirty="0">
                <a:solidFill>
                  <a:srgbClr val="333F70"/>
                </a:solidFill>
                <a:latin typeface="Open Sans Bold" pitchFamily="34" charset="0"/>
                <a:ea typeface="Open Sans Bold" pitchFamily="34" charset="-122"/>
                <a:cs typeface="Open Sans Bold" pitchFamily="34" charset="-120"/>
              </a:rPr>
              <a:t>KPIs</a:t>
            </a:r>
            <a:r>
              <a:rPr lang="en-US" sz="1450" dirty="0">
                <a:solidFill>
                  <a:srgbClr val="333F70"/>
                </a:solidFill>
                <a:latin typeface="Open Sans" pitchFamily="34" charset="0"/>
                <a:ea typeface="Open Sans" pitchFamily="34" charset="-122"/>
                <a:cs typeface="Open Sans" pitchFamily="34" charset="-120"/>
              </a:rPr>
              <a:t> &amp; </a:t>
            </a:r>
            <a:r>
              <a:rPr lang="en-US" sz="1450" b="1" dirty="0">
                <a:solidFill>
                  <a:srgbClr val="333F70"/>
                </a:solidFill>
                <a:latin typeface="Open Sans Bold" pitchFamily="34" charset="0"/>
                <a:ea typeface="Open Sans Bold" pitchFamily="34" charset="-122"/>
                <a:cs typeface="Open Sans Bold" pitchFamily="34" charset="-120"/>
              </a:rPr>
              <a:t>Dashboard</a:t>
            </a:r>
            <a:r>
              <a:rPr lang="en-US" sz="1450" dirty="0">
                <a:solidFill>
                  <a:srgbClr val="333F70"/>
                </a:solidFill>
                <a:latin typeface="Open Sans" pitchFamily="34" charset="0"/>
                <a:ea typeface="Open Sans" pitchFamily="34" charset="-122"/>
                <a:cs typeface="Open Sans" pitchFamily="34" charset="-120"/>
              </a:rPr>
              <a:t>).</a:t>
            </a:r>
            <a:endParaRPr lang="en-US" sz="1450" dirty="0"/>
          </a:p>
        </p:txBody>
      </p:sp>
      <p:sp>
        <p:nvSpPr>
          <p:cNvPr id="5" name="Text 2"/>
          <p:cNvSpPr/>
          <p:nvPr/>
        </p:nvSpPr>
        <p:spPr>
          <a:xfrm>
            <a:off x="661475" y="4103092"/>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333F70"/>
                </a:solidFill>
                <a:latin typeface="Unbounded Light" pitchFamily="34" charset="0"/>
                <a:ea typeface="Unbounded Light" pitchFamily="34" charset="-122"/>
                <a:cs typeface="Unbounded Light" pitchFamily="34" charset="-120"/>
              </a:rPr>
              <a:t>01</a:t>
            </a:r>
            <a:endParaRPr lang="en-US" sz="1450" dirty="0"/>
          </a:p>
        </p:txBody>
      </p:sp>
      <p:sp>
        <p:nvSpPr>
          <p:cNvPr id="6" name="Shape 3"/>
          <p:cNvSpPr/>
          <p:nvPr/>
        </p:nvSpPr>
        <p:spPr>
          <a:xfrm>
            <a:off x="661475" y="4398963"/>
            <a:ext cx="3496877" cy="25400"/>
          </a:xfrm>
          <a:prstGeom prst="rect">
            <a:avLst/>
          </a:prstGeom>
          <a:solidFill>
            <a:srgbClr val="26A688"/>
          </a:solidFill>
          <a:ln/>
        </p:spPr>
      </p:sp>
      <p:sp>
        <p:nvSpPr>
          <p:cNvPr id="7" name="Text 4"/>
          <p:cNvSpPr/>
          <p:nvPr/>
        </p:nvSpPr>
        <p:spPr>
          <a:xfrm>
            <a:off x="661475" y="4544219"/>
            <a:ext cx="3496877"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Ingest</a:t>
            </a:r>
            <a:endParaRPr lang="en-US" sz="1850" dirty="0"/>
          </a:p>
        </p:txBody>
      </p:sp>
      <p:sp>
        <p:nvSpPr>
          <p:cNvPr id="8" name="Text 5"/>
          <p:cNvSpPr/>
          <p:nvPr/>
        </p:nvSpPr>
        <p:spPr>
          <a:xfrm>
            <a:off x="661475" y="4952901"/>
            <a:ext cx="349687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Raw entity tables: Customers, Products, Sales</a:t>
            </a:r>
            <a:endParaRPr lang="en-US" sz="1450" dirty="0"/>
          </a:p>
        </p:txBody>
      </p:sp>
      <p:sp>
        <p:nvSpPr>
          <p:cNvPr id="9" name="Text 6"/>
          <p:cNvSpPr/>
          <p:nvPr/>
        </p:nvSpPr>
        <p:spPr>
          <a:xfrm>
            <a:off x="4347359" y="4103092"/>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333F70"/>
                </a:solidFill>
                <a:latin typeface="Unbounded Light" pitchFamily="34" charset="0"/>
                <a:ea typeface="Unbounded Light" pitchFamily="34" charset="-122"/>
                <a:cs typeface="Unbounded Light" pitchFamily="34" charset="-120"/>
              </a:rPr>
              <a:t>02</a:t>
            </a:r>
            <a:endParaRPr lang="en-US" sz="1450" dirty="0"/>
          </a:p>
        </p:txBody>
      </p:sp>
      <p:sp>
        <p:nvSpPr>
          <p:cNvPr id="10" name="Shape 7"/>
          <p:cNvSpPr/>
          <p:nvPr/>
        </p:nvSpPr>
        <p:spPr>
          <a:xfrm>
            <a:off x="4347359" y="4398963"/>
            <a:ext cx="3496877" cy="25400"/>
          </a:xfrm>
          <a:prstGeom prst="rect">
            <a:avLst/>
          </a:prstGeom>
          <a:solidFill>
            <a:srgbClr val="26A688"/>
          </a:solidFill>
          <a:ln/>
        </p:spPr>
      </p:sp>
      <p:sp>
        <p:nvSpPr>
          <p:cNvPr id="11" name="Text 8"/>
          <p:cNvSpPr/>
          <p:nvPr/>
        </p:nvSpPr>
        <p:spPr>
          <a:xfrm>
            <a:off x="4347359" y="4544219"/>
            <a:ext cx="3496877"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Merge</a:t>
            </a:r>
            <a:endParaRPr lang="en-US" sz="1850" dirty="0"/>
          </a:p>
        </p:txBody>
      </p:sp>
      <p:sp>
        <p:nvSpPr>
          <p:cNvPr id="12" name="Text 9"/>
          <p:cNvSpPr/>
          <p:nvPr/>
        </p:nvSpPr>
        <p:spPr>
          <a:xfrm>
            <a:off x="4347359" y="4952901"/>
            <a:ext cx="349687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Master Data with cost and calculated profit per order</a:t>
            </a:r>
            <a:endParaRPr lang="en-US" sz="1450" dirty="0"/>
          </a:p>
        </p:txBody>
      </p:sp>
      <p:sp>
        <p:nvSpPr>
          <p:cNvPr id="13" name="Text 10"/>
          <p:cNvSpPr/>
          <p:nvPr/>
        </p:nvSpPr>
        <p:spPr>
          <a:xfrm>
            <a:off x="8033244" y="4103092"/>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333F70"/>
                </a:solidFill>
                <a:latin typeface="Unbounded Light" pitchFamily="34" charset="0"/>
                <a:ea typeface="Unbounded Light" pitchFamily="34" charset="-122"/>
                <a:cs typeface="Unbounded Light" pitchFamily="34" charset="-120"/>
              </a:rPr>
              <a:t>03</a:t>
            </a:r>
            <a:endParaRPr lang="en-US" sz="1450" dirty="0"/>
          </a:p>
        </p:txBody>
      </p:sp>
      <p:sp>
        <p:nvSpPr>
          <p:cNvPr id="14" name="Shape 11"/>
          <p:cNvSpPr/>
          <p:nvPr/>
        </p:nvSpPr>
        <p:spPr>
          <a:xfrm>
            <a:off x="8033244" y="4398963"/>
            <a:ext cx="3496877" cy="25400"/>
          </a:xfrm>
          <a:prstGeom prst="rect">
            <a:avLst/>
          </a:prstGeom>
          <a:solidFill>
            <a:srgbClr val="26A688"/>
          </a:solidFill>
          <a:ln/>
        </p:spPr>
      </p:sp>
      <p:sp>
        <p:nvSpPr>
          <p:cNvPr id="15" name="Text 12"/>
          <p:cNvSpPr/>
          <p:nvPr/>
        </p:nvSpPr>
        <p:spPr>
          <a:xfrm>
            <a:off x="8033244" y="4544219"/>
            <a:ext cx="3496877"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Report</a:t>
            </a:r>
            <a:endParaRPr lang="en-US" sz="1850" dirty="0"/>
          </a:p>
        </p:txBody>
      </p:sp>
      <p:sp>
        <p:nvSpPr>
          <p:cNvPr id="16" name="Text 13"/>
          <p:cNvSpPr/>
          <p:nvPr/>
        </p:nvSpPr>
        <p:spPr>
          <a:xfrm>
            <a:off x="8033244" y="4952901"/>
            <a:ext cx="349687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Pivot-driven KPIs and dashboard visuals</a:t>
            </a:r>
            <a:endParaRPr lang="en-US" sz="1450" dirty="0"/>
          </a:p>
        </p:txBody>
      </p:sp>
      <p:pic>
        <p:nvPicPr>
          <p:cNvPr id="18" name="Picture 17">
            <a:extLst>
              <a:ext uri="{FF2B5EF4-FFF2-40B4-BE49-F238E27FC236}">
                <a16:creationId xmlns:a16="http://schemas.microsoft.com/office/drawing/2014/main" id="{AF5E8FA5-2FB6-BED8-A5FB-C6717C85E92D}"/>
              </a:ext>
            </a:extLst>
          </p:cNvPr>
          <p:cNvPicPr>
            <a:picLocks noChangeAspect="1"/>
          </p:cNvPicPr>
          <p:nvPr/>
        </p:nvPicPr>
        <p:blipFill>
          <a:blip r:embed="rId4"/>
          <a:stretch>
            <a:fillRect/>
          </a:stretch>
        </p:blipFill>
        <p:spPr>
          <a:xfrm>
            <a:off x="10530696" y="6404489"/>
            <a:ext cx="1661304" cy="44199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par>
                                <p:cTn id="14" presetID="16" presetClass="entr" presetSubtype="21"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par>
                                <p:cTn id="17" presetID="16" presetClass="entr" presetSubtype="21"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par>
                                <p:cTn id="20" presetID="16" presetClass="entr" presetSubtype="21"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par>
                          <p:cTn id="23" fill="hold">
                            <p:stCondLst>
                              <p:cond delay="1000"/>
                            </p:stCondLst>
                            <p:childTnLst>
                              <p:par>
                                <p:cTn id="24" presetID="2" presetClass="entr" presetSubtype="4"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ppt_x"/>
                                          </p:val>
                                        </p:tav>
                                        <p:tav tm="100000">
                                          <p:val>
                                            <p:strVal val="#ppt_x"/>
                                          </p:val>
                                        </p:tav>
                                      </p:tavLst>
                                    </p:anim>
                                    <p:anim calcmode="lin" valueType="num">
                                      <p:cBhvr additive="base">
                                        <p:cTn id="31" dur="500" fill="hold"/>
                                        <p:tgtEl>
                                          <p:spTgt spid="11"/>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500" fill="hold"/>
                                        <p:tgtEl>
                                          <p:spTgt spid="15"/>
                                        </p:tgtEl>
                                        <p:attrNameLst>
                                          <p:attrName>ppt_x</p:attrName>
                                        </p:attrNameLst>
                                      </p:cBhvr>
                                      <p:tavLst>
                                        <p:tav tm="0">
                                          <p:val>
                                            <p:strVal val="#ppt_x"/>
                                          </p:val>
                                        </p:tav>
                                        <p:tav tm="100000">
                                          <p:val>
                                            <p:strVal val="#ppt_x"/>
                                          </p:val>
                                        </p:tav>
                                      </p:tavLst>
                                    </p:anim>
                                    <p:anim calcmode="lin" valueType="num">
                                      <p:cBhvr additive="base">
                                        <p:cTn id="35" dur="500" fill="hold"/>
                                        <p:tgtEl>
                                          <p:spTgt spid="15"/>
                                        </p:tgtEl>
                                        <p:attrNameLst>
                                          <p:attrName>ppt_y</p:attrName>
                                        </p:attrNameLst>
                                      </p:cBhvr>
                                      <p:tavLst>
                                        <p:tav tm="0">
                                          <p:val>
                                            <p:strVal val="1+#ppt_h/2"/>
                                          </p:val>
                                        </p:tav>
                                        <p:tav tm="100000">
                                          <p:val>
                                            <p:strVal val="#ppt_y"/>
                                          </p:val>
                                        </p:tav>
                                      </p:tavLst>
                                    </p:anim>
                                  </p:childTnLst>
                                </p:cTn>
                              </p:par>
                            </p:childTnLst>
                          </p:cTn>
                        </p:par>
                        <p:par>
                          <p:cTn id="36" fill="hold">
                            <p:stCondLst>
                              <p:cond delay="1500"/>
                            </p:stCondLst>
                            <p:childTnLst>
                              <p:par>
                                <p:cTn id="37" presetID="2" presetClass="entr" presetSubtype="4"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childTnLst>
                          </p:cTn>
                        </p:par>
                        <p:par>
                          <p:cTn id="49" fill="hold">
                            <p:stCondLst>
                              <p:cond delay="2000"/>
                            </p:stCondLst>
                            <p:childTnLst>
                              <p:par>
                                <p:cTn id="50" presetID="1" presetClass="entr" presetSubtype="0" fill="hold" grpId="0" nodeType="afterEffect">
                                  <p:stCondLst>
                                    <p:cond delay="0"/>
                                  </p:stCondLst>
                                  <p:childTnLst>
                                    <p:set>
                                      <p:cBhvr>
                                        <p:cTn id="51" dur="1" fill="hold">
                                          <p:stCondLst>
                                            <p:cond delay="0"/>
                                          </p:stCondLst>
                                        </p:cTn>
                                        <p:tgtEl>
                                          <p:spTgt spid="5"/>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9"/>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684312"/>
            <a:ext cx="6296860" cy="590649"/>
          </a:xfrm>
          <a:prstGeom prst="rect">
            <a:avLst/>
          </a:prstGeom>
          <a:noFill/>
          <a:ln/>
        </p:spPr>
        <p:txBody>
          <a:bodyPr wrap="none" lIns="0" tIns="0" rIns="0" bIns="0" rtlCol="0" anchor="t"/>
          <a:lstStyle/>
          <a:p>
            <a:pPr marL="0" indent="0" algn="l">
              <a:lnSpc>
                <a:spcPct val="104000"/>
              </a:lnSpc>
              <a:buNone/>
            </a:pPr>
            <a:r>
              <a:rPr lang="en-US" sz="3700" b="1" dirty="0">
                <a:solidFill>
                  <a:srgbClr val="333F70"/>
                </a:solidFill>
                <a:latin typeface="Unbounded Bold" pitchFamily="34" charset="0"/>
                <a:ea typeface="Unbounded Bold" pitchFamily="34" charset="-122"/>
                <a:cs typeface="Unbounded Bold" pitchFamily="34" charset="-120"/>
              </a:rPr>
              <a:t>Tools &amp; Techniques</a:t>
            </a:r>
            <a:endParaRPr lang="en-US" sz="3700" dirty="0"/>
          </a:p>
        </p:txBody>
      </p:sp>
      <p:sp>
        <p:nvSpPr>
          <p:cNvPr id="4" name="Text 1"/>
          <p:cNvSpPr/>
          <p:nvPr/>
        </p:nvSpPr>
        <p:spPr>
          <a:xfrm>
            <a:off x="661475" y="1558429"/>
            <a:ext cx="6296860"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Core Excel methods used to build a refreshable, auditable reporting model.</a:t>
            </a:r>
            <a:endParaRPr lang="en-US" sz="14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2375892"/>
            <a:ext cx="6296860" cy="1139924"/>
          </a:xfrm>
          <a:prstGeom prst="rect">
            <a:avLst/>
          </a:prstGeom>
        </p:spPr>
      </p:pic>
      <p:sp>
        <p:nvSpPr>
          <p:cNvPr id="6" name="Text 2"/>
          <p:cNvSpPr/>
          <p:nvPr/>
        </p:nvSpPr>
        <p:spPr>
          <a:xfrm>
            <a:off x="977479" y="2590304"/>
            <a:ext cx="5766449"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Microsoft Excel</a:t>
            </a:r>
            <a:endParaRPr lang="en-US" sz="1850" dirty="0"/>
          </a:p>
        </p:txBody>
      </p:sp>
      <p:sp>
        <p:nvSpPr>
          <p:cNvPr id="7" name="Text 3"/>
          <p:cNvSpPr/>
          <p:nvPr/>
        </p:nvSpPr>
        <p:spPr>
          <a:xfrm>
            <a:off x="977479" y="2998986"/>
            <a:ext cx="5766449" cy="302419"/>
          </a:xfrm>
          <a:prstGeom prst="rect">
            <a:avLst/>
          </a:prstGeom>
          <a:noFill/>
          <a:ln/>
        </p:spPr>
        <p:txBody>
          <a:bodyPr wrap="none" lIns="0" tIns="0" rIns="0" bIns="0" rtlCol="0" anchor="t"/>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Core workbook, formulas, calculated fields</a:t>
            </a:r>
            <a:endParaRPr lang="en-US" sz="14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3704828"/>
            <a:ext cx="6296860" cy="1139924"/>
          </a:xfrm>
          <a:prstGeom prst="rect">
            <a:avLst/>
          </a:prstGeom>
        </p:spPr>
      </p:pic>
      <p:sp>
        <p:nvSpPr>
          <p:cNvPr id="9" name="Text 4"/>
          <p:cNvSpPr/>
          <p:nvPr/>
        </p:nvSpPr>
        <p:spPr>
          <a:xfrm>
            <a:off x="977479" y="3919240"/>
            <a:ext cx="5766449"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Pivot Tables &amp; Pivot Charts</a:t>
            </a:r>
            <a:endParaRPr lang="en-US" sz="1850" dirty="0"/>
          </a:p>
        </p:txBody>
      </p:sp>
      <p:sp>
        <p:nvSpPr>
          <p:cNvPr id="10" name="Text 5"/>
          <p:cNvSpPr/>
          <p:nvPr/>
        </p:nvSpPr>
        <p:spPr>
          <a:xfrm>
            <a:off x="977479" y="4327922"/>
            <a:ext cx="5766449" cy="302419"/>
          </a:xfrm>
          <a:prstGeom prst="rect">
            <a:avLst/>
          </a:prstGeom>
          <a:noFill/>
          <a:ln/>
        </p:spPr>
        <p:txBody>
          <a:bodyPr wrap="none" lIns="0" tIns="0" rIns="0" bIns="0" rtlCol="0" anchor="t"/>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KPI aggregation and dashboards</a:t>
            </a:r>
            <a:endParaRPr lang="en-US" sz="145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5033764"/>
            <a:ext cx="6296860" cy="1139924"/>
          </a:xfrm>
          <a:prstGeom prst="rect">
            <a:avLst/>
          </a:prstGeom>
        </p:spPr>
      </p:pic>
      <p:sp>
        <p:nvSpPr>
          <p:cNvPr id="12" name="Text 6"/>
          <p:cNvSpPr/>
          <p:nvPr/>
        </p:nvSpPr>
        <p:spPr>
          <a:xfrm>
            <a:off x="977479" y="5248176"/>
            <a:ext cx="5766449"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Join Techniques</a:t>
            </a:r>
            <a:endParaRPr lang="en-US" sz="1850" dirty="0"/>
          </a:p>
        </p:txBody>
      </p:sp>
      <p:sp>
        <p:nvSpPr>
          <p:cNvPr id="13" name="Text 7"/>
          <p:cNvSpPr/>
          <p:nvPr/>
        </p:nvSpPr>
        <p:spPr>
          <a:xfrm>
            <a:off x="977479" y="5656858"/>
            <a:ext cx="5766449" cy="302419"/>
          </a:xfrm>
          <a:prstGeom prst="rect">
            <a:avLst/>
          </a:prstGeom>
          <a:noFill/>
          <a:ln/>
        </p:spPr>
        <p:txBody>
          <a:bodyPr wrap="none" lIns="0" tIns="0" rIns="0" bIns="0" rtlCol="0" anchor="t"/>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Common columns to join different datasets</a:t>
            </a:r>
            <a:endParaRPr lang="en-US" sz="1450" dirty="0"/>
          </a:p>
        </p:txBody>
      </p:sp>
    </p:spTree>
  </p:cSld>
  <p:clrMapOvr>
    <a:masterClrMapping/>
  </p:clrMapOvr>
  <p:transition spd="slow" advClick="0">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332776" y="1128910"/>
            <a:ext cx="5203794"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333F70"/>
                </a:solidFill>
                <a:latin typeface="Unbounded Bold" pitchFamily="34" charset="0"/>
                <a:ea typeface="Unbounded Bold" pitchFamily="34" charset="-122"/>
                <a:cs typeface="Unbounded Bold" pitchFamily="34" charset="-120"/>
              </a:rPr>
              <a:t>Dataset Overview</a:t>
            </a:r>
            <a:endParaRPr lang="en-US" sz="3700" dirty="0"/>
          </a:p>
        </p:txBody>
      </p:sp>
      <p:sp>
        <p:nvSpPr>
          <p:cNvPr id="4" name="Text 1"/>
          <p:cNvSpPr/>
          <p:nvPr/>
        </p:nvSpPr>
        <p:spPr>
          <a:xfrm>
            <a:off x="6332776" y="2688134"/>
            <a:ext cx="5203794" cy="1379736"/>
          </a:xfrm>
          <a:prstGeom prst="rect">
            <a:avLst/>
          </a:prstGeom>
          <a:noFill/>
          <a:ln/>
        </p:spPr>
        <p:txBody>
          <a:bodyPr wrap="square" lIns="0" tIns="0" rIns="0" bIns="0" rtlCol="0" anchor="t"/>
          <a:lstStyle/>
          <a:p>
            <a:pPr marL="0" indent="0" algn="l">
              <a:lnSpc>
                <a:spcPct val="133000"/>
              </a:lnSpc>
              <a:spcAft>
                <a:spcPts val="1300"/>
              </a:spcAft>
              <a:buNone/>
            </a:pPr>
            <a:r>
              <a:rPr lang="en-US" sz="1450" b="1" dirty="0">
                <a:solidFill>
                  <a:srgbClr val="333F70"/>
                </a:solidFill>
                <a:latin typeface="Open Sans Bold" pitchFamily="34" charset="0"/>
                <a:ea typeface="Open Sans Bold" pitchFamily="34" charset="-122"/>
                <a:cs typeface="Open Sans Bold" pitchFamily="34" charset="-120"/>
              </a:rPr>
              <a:t>Range:</a:t>
            </a:r>
            <a:r>
              <a:rPr lang="en-US" sz="1450" dirty="0">
                <a:solidFill>
                  <a:srgbClr val="333F70"/>
                </a:solidFill>
                <a:latin typeface="Open Sans" pitchFamily="34" charset="0"/>
                <a:ea typeface="Open Sans" pitchFamily="34" charset="-122"/>
                <a:cs typeface="Open Sans" pitchFamily="34" charset="-120"/>
              </a:rPr>
              <a:t> June 2024 — June 2026</a:t>
            </a:r>
            <a:endParaRPr lang="en-US" sz="1450" dirty="0"/>
          </a:p>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Includes </a:t>
            </a:r>
            <a:r>
              <a:rPr lang="en-US" sz="1450" b="1" dirty="0">
                <a:solidFill>
                  <a:srgbClr val="333F70"/>
                </a:solidFill>
                <a:latin typeface="Open Sans Bold" pitchFamily="34" charset="0"/>
                <a:ea typeface="Open Sans Bold" pitchFamily="34" charset="-122"/>
                <a:cs typeface="Open Sans Bold" pitchFamily="34" charset="-120"/>
              </a:rPr>
              <a:t>250,000 orders</a:t>
            </a:r>
            <a:r>
              <a:rPr lang="en-US" sz="1450" dirty="0">
                <a:solidFill>
                  <a:srgbClr val="333F70"/>
                </a:solidFill>
                <a:latin typeface="Open Sans" pitchFamily="34" charset="0"/>
                <a:ea typeface="Open Sans" pitchFamily="34" charset="-122"/>
                <a:cs typeface="Open Sans" pitchFamily="34" charset="-120"/>
              </a:rPr>
              <a:t>, </a:t>
            </a:r>
            <a:r>
              <a:rPr lang="en-US" sz="1450" b="1" dirty="0">
                <a:solidFill>
                  <a:srgbClr val="333F70"/>
                </a:solidFill>
                <a:latin typeface="Open Sans Bold" pitchFamily="34" charset="0"/>
                <a:ea typeface="Open Sans Bold" pitchFamily="34" charset="-122"/>
                <a:cs typeface="Open Sans Bold" pitchFamily="34" charset="-120"/>
              </a:rPr>
              <a:t>40,000 registered customers</a:t>
            </a:r>
            <a:r>
              <a:rPr lang="en-US" sz="1450" dirty="0">
                <a:solidFill>
                  <a:srgbClr val="333F70"/>
                </a:solidFill>
                <a:latin typeface="Open Sans" pitchFamily="34" charset="0"/>
                <a:ea typeface="Open Sans" pitchFamily="34" charset="-122"/>
                <a:cs typeface="Open Sans" pitchFamily="34" charset="-120"/>
              </a:rPr>
              <a:t>, and </a:t>
            </a:r>
            <a:r>
              <a:rPr lang="en-US" sz="1450" b="1" dirty="0">
                <a:solidFill>
                  <a:srgbClr val="333F70"/>
                </a:solidFill>
                <a:latin typeface="Open Sans Bold" pitchFamily="34" charset="0"/>
                <a:ea typeface="Open Sans Bold" pitchFamily="34" charset="-122"/>
                <a:cs typeface="Open Sans Bold" pitchFamily="34" charset="-120"/>
              </a:rPr>
              <a:t>2,000 products</a:t>
            </a:r>
            <a:r>
              <a:rPr lang="en-US" sz="1450" dirty="0">
                <a:solidFill>
                  <a:srgbClr val="333F70"/>
                </a:solidFill>
                <a:latin typeface="Open Sans" pitchFamily="34" charset="0"/>
                <a:ea typeface="Open Sans" pitchFamily="34" charset="-122"/>
                <a:cs typeface="Open Sans" pitchFamily="34" charset="-120"/>
              </a:rPr>
              <a:t> across </a:t>
            </a:r>
            <a:r>
              <a:rPr lang="en-US" sz="1450" b="1" dirty="0">
                <a:solidFill>
                  <a:srgbClr val="333F70"/>
                </a:solidFill>
                <a:latin typeface="Open Sans Bold" pitchFamily="34" charset="0"/>
                <a:ea typeface="Open Sans Bold" pitchFamily="34" charset="-122"/>
                <a:cs typeface="Open Sans Bold" pitchFamily="34" charset="-120"/>
              </a:rPr>
              <a:t>7 categories</a:t>
            </a:r>
            <a:r>
              <a:rPr lang="en-US" sz="1450" dirty="0">
                <a:solidFill>
                  <a:srgbClr val="333F70"/>
                </a:solidFill>
                <a:latin typeface="Open Sans" pitchFamily="34" charset="0"/>
                <a:ea typeface="Open Sans" pitchFamily="34" charset="-122"/>
                <a:cs typeface="Open Sans" pitchFamily="34" charset="-120"/>
              </a:rPr>
              <a:t> and </a:t>
            </a:r>
            <a:r>
              <a:rPr lang="en-US" sz="1450" b="1" dirty="0">
                <a:solidFill>
                  <a:srgbClr val="333F70"/>
                </a:solidFill>
                <a:latin typeface="Open Sans Bold" pitchFamily="34" charset="0"/>
                <a:ea typeface="Open Sans Bold" pitchFamily="34" charset="-122"/>
                <a:cs typeface="Open Sans Bold" pitchFamily="34" charset="-120"/>
              </a:rPr>
              <a:t>33 brands</a:t>
            </a:r>
            <a:r>
              <a:rPr lang="en-US" sz="1450" dirty="0">
                <a:solidFill>
                  <a:srgbClr val="333F70"/>
                </a:solidFill>
                <a:latin typeface="Open Sans" pitchFamily="34" charset="0"/>
                <a:ea typeface="Open Sans" pitchFamily="34" charset="-122"/>
                <a:cs typeface="Open Sans" pitchFamily="34" charset="-120"/>
              </a:rPr>
              <a:t> in </a:t>
            </a:r>
            <a:r>
              <a:rPr lang="en-US" sz="1450" b="1" dirty="0">
                <a:solidFill>
                  <a:srgbClr val="333F70"/>
                </a:solidFill>
                <a:latin typeface="Open Sans Bold" pitchFamily="34" charset="0"/>
                <a:ea typeface="Open Sans Bold" pitchFamily="34" charset="-122"/>
                <a:cs typeface="Open Sans Bold" pitchFamily="34" charset="-120"/>
              </a:rPr>
              <a:t>39 cities</a:t>
            </a:r>
            <a:r>
              <a:rPr lang="en-US" sz="1450" dirty="0">
                <a:solidFill>
                  <a:srgbClr val="333F70"/>
                </a:solidFill>
                <a:latin typeface="Open Sans" pitchFamily="34" charset="0"/>
                <a:ea typeface="Open Sans" pitchFamily="34" charset="-122"/>
                <a:cs typeface="Open Sans" pitchFamily="34" charset="-120"/>
              </a:rPr>
              <a:t> across </a:t>
            </a:r>
            <a:r>
              <a:rPr lang="en-US" sz="1450" b="1" dirty="0">
                <a:solidFill>
                  <a:srgbClr val="333F70"/>
                </a:solidFill>
                <a:latin typeface="Open Sans Bold" pitchFamily="34" charset="0"/>
                <a:ea typeface="Open Sans Bold" pitchFamily="34" charset="-122"/>
                <a:cs typeface="Open Sans Bold" pitchFamily="34" charset="-120"/>
              </a:rPr>
              <a:t>10 Indian states</a:t>
            </a:r>
            <a:r>
              <a:rPr lang="en-US" sz="1450" dirty="0">
                <a:solidFill>
                  <a:srgbClr val="333F70"/>
                </a:solidFill>
                <a:latin typeface="Open Sans" pitchFamily="34" charset="0"/>
                <a:ea typeface="Open Sans" pitchFamily="34" charset="-122"/>
                <a:cs typeface="Open Sans" pitchFamily="34" charset="-120"/>
              </a:rPr>
              <a:t>.</a:t>
            </a:r>
            <a:endParaRPr lang="en-US" sz="14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715570"/>
            <a:ext cx="472468" cy="472480"/>
          </a:xfrm>
          <a:prstGeom prst="rect">
            <a:avLst/>
          </a:prstGeom>
        </p:spPr>
      </p:pic>
      <p:sp>
        <p:nvSpPr>
          <p:cNvPr id="6" name="Text 2"/>
          <p:cNvSpPr/>
          <p:nvPr/>
        </p:nvSpPr>
        <p:spPr>
          <a:xfrm>
            <a:off x="1370177" y="4715570"/>
            <a:ext cx="2756724"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Orders</a:t>
            </a:r>
            <a:endParaRPr lang="en-US" sz="1850" dirty="0"/>
          </a:p>
        </p:txBody>
      </p:sp>
      <p:sp>
        <p:nvSpPr>
          <p:cNvPr id="7" name="Text 3"/>
          <p:cNvSpPr/>
          <p:nvPr/>
        </p:nvSpPr>
        <p:spPr>
          <a:xfrm>
            <a:off x="1370177" y="5124252"/>
            <a:ext cx="2756724" cy="302419"/>
          </a:xfrm>
          <a:prstGeom prst="rect">
            <a:avLst/>
          </a:prstGeom>
          <a:noFill/>
          <a:ln/>
        </p:spPr>
        <p:txBody>
          <a:bodyPr wrap="none" lIns="0" tIns="0" rIns="0" bIns="0" rtlCol="0" anchor="t"/>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250,000 order-level records</a:t>
            </a:r>
            <a:endParaRPr lang="en-US" sz="14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63135" y="4715570"/>
            <a:ext cx="472468" cy="472480"/>
          </a:xfrm>
          <a:prstGeom prst="rect">
            <a:avLst/>
          </a:prstGeom>
        </p:spPr>
      </p:pic>
      <p:sp>
        <p:nvSpPr>
          <p:cNvPr id="9" name="Text 4"/>
          <p:cNvSpPr/>
          <p:nvPr/>
        </p:nvSpPr>
        <p:spPr>
          <a:xfrm>
            <a:off x="5071836" y="4715570"/>
            <a:ext cx="2756724"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Customers</a:t>
            </a:r>
            <a:endParaRPr lang="en-US" sz="1850" dirty="0"/>
          </a:p>
        </p:txBody>
      </p:sp>
      <p:sp>
        <p:nvSpPr>
          <p:cNvPr id="10" name="Text 5"/>
          <p:cNvSpPr/>
          <p:nvPr/>
        </p:nvSpPr>
        <p:spPr>
          <a:xfrm>
            <a:off x="5071836" y="5124252"/>
            <a:ext cx="2756724" cy="302419"/>
          </a:xfrm>
          <a:prstGeom prst="rect">
            <a:avLst/>
          </a:prstGeom>
          <a:noFill/>
          <a:ln/>
        </p:spPr>
        <p:txBody>
          <a:bodyPr wrap="none" lIns="0" tIns="0" rIns="0" bIns="0" rtlCol="0" anchor="t"/>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40,000 registered profiles</a:t>
            </a:r>
            <a:endParaRPr lang="en-US" sz="145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64794" y="4715570"/>
            <a:ext cx="472468" cy="472480"/>
          </a:xfrm>
          <a:prstGeom prst="rect">
            <a:avLst/>
          </a:prstGeom>
        </p:spPr>
      </p:pic>
      <p:sp>
        <p:nvSpPr>
          <p:cNvPr id="12" name="Text 6"/>
          <p:cNvSpPr/>
          <p:nvPr/>
        </p:nvSpPr>
        <p:spPr>
          <a:xfrm>
            <a:off x="8773496" y="4715570"/>
            <a:ext cx="2756724"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Products</a:t>
            </a:r>
            <a:endParaRPr lang="en-US" sz="1850" dirty="0"/>
          </a:p>
        </p:txBody>
      </p:sp>
      <p:sp>
        <p:nvSpPr>
          <p:cNvPr id="13" name="Text 7"/>
          <p:cNvSpPr/>
          <p:nvPr/>
        </p:nvSpPr>
        <p:spPr>
          <a:xfrm>
            <a:off x="8773496" y="5124252"/>
            <a:ext cx="2756724"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2,000 products, 7 categories, 33 brands</a:t>
            </a:r>
            <a:endParaRPr lang="en-US" sz="1450" dirty="0"/>
          </a:p>
        </p:txBody>
      </p:sp>
      <p:pic>
        <p:nvPicPr>
          <p:cNvPr id="15" name="Picture 14">
            <a:extLst>
              <a:ext uri="{FF2B5EF4-FFF2-40B4-BE49-F238E27FC236}">
                <a16:creationId xmlns:a16="http://schemas.microsoft.com/office/drawing/2014/main" id="{021512DD-25AA-2E3B-847C-3C8113ED0699}"/>
              </a:ext>
            </a:extLst>
          </p:cNvPr>
          <p:cNvPicPr>
            <a:picLocks noChangeAspect="1"/>
          </p:cNvPicPr>
          <p:nvPr/>
        </p:nvPicPr>
        <p:blipFill>
          <a:blip r:embed="rId6"/>
          <a:stretch>
            <a:fillRect/>
          </a:stretch>
        </p:blipFill>
        <p:spPr>
          <a:xfrm>
            <a:off x="10530696" y="6404489"/>
            <a:ext cx="1661304" cy="441998"/>
          </a:xfrm>
          <a:prstGeom prst="rect">
            <a:avLst/>
          </a:prstGeom>
        </p:spPr>
      </p:pic>
      <p:pic>
        <p:nvPicPr>
          <p:cNvPr id="17" name="Picture 16">
            <a:extLst>
              <a:ext uri="{FF2B5EF4-FFF2-40B4-BE49-F238E27FC236}">
                <a16:creationId xmlns:a16="http://schemas.microsoft.com/office/drawing/2014/main" id="{6D59A96D-EAFF-F4B0-E9A9-3AD6C9052BAF}"/>
              </a:ext>
            </a:extLst>
          </p:cNvPr>
          <p:cNvPicPr>
            <a:picLocks noChangeAspect="1"/>
          </p:cNvPicPr>
          <p:nvPr/>
        </p:nvPicPr>
        <p:blipFill>
          <a:blip r:embed="rId7"/>
          <a:stretch>
            <a:fillRect/>
          </a:stretch>
        </p:blipFill>
        <p:spPr>
          <a:xfrm>
            <a:off x="661475" y="307909"/>
            <a:ext cx="4843586" cy="4133461"/>
          </a:xfrm>
          <a:prstGeom prst="rect">
            <a:avLst/>
          </a:prstGeom>
        </p:spPr>
      </p:pic>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C470BE64-1615-CE9E-C89B-E1108AFD1FCD}"/>
                  </a:ext>
                </a:extLst>
              </p14:cNvPr>
              <p14:cNvContentPartPr/>
              <p14:nvPr/>
            </p14:nvContentPartPr>
            <p14:xfrm>
              <a:off x="4675952" y="316910"/>
              <a:ext cx="686160" cy="131760"/>
            </p14:xfrm>
          </p:contentPart>
        </mc:Choice>
        <mc:Fallback xmlns="">
          <p:pic>
            <p:nvPicPr>
              <p:cNvPr id="23" name="Ink 22">
                <a:extLst>
                  <a:ext uri="{FF2B5EF4-FFF2-40B4-BE49-F238E27FC236}">
                    <a16:creationId xmlns:a16="http://schemas.microsoft.com/office/drawing/2014/main" id="{C470BE64-1615-CE9E-C89B-E1108AFD1FCD}"/>
                  </a:ext>
                </a:extLst>
              </p:cNvPr>
              <p:cNvPicPr/>
              <p:nvPr/>
            </p:nvPicPr>
            <p:blipFill>
              <a:blip r:embed="rId9"/>
              <a:stretch>
                <a:fillRect/>
              </a:stretch>
            </p:blipFill>
            <p:spPr>
              <a:xfrm>
                <a:off x="4613312" y="254270"/>
                <a:ext cx="81180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5" name="Ink 24">
                <a:extLst>
                  <a:ext uri="{FF2B5EF4-FFF2-40B4-BE49-F238E27FC236}">
                    <a16:creationId xmlns:a16="http://schemas.microsoft.com/office/drawing/2014/main" id="{62096FBA-3427-E120-803D-43010C05E65D}"/>
                  </a:ext>
                </a:extLst>
              </p14:cNvPr>
              <p14:cNvContentPartPr/>
              <p14:nvPr/>
            </p14:nvContentPartPr>
            <p14:xfrm>
              <a:off x="5010392" y="344630"/>
              <a:ext cx="231120" cy="29160"/>
            </p14:xfrm>
          </p:contentPart>
        </mc:Choice>
        <mc:Fallback xmlns="">
          <p:pic>
            <p:nvPicPr>
              <p:cNvPr id="25" name="Ink 24">
                <a:extLst>
                  <a:ext uri="{FF2B5EF4-FFF2-40B4-BE49-F238E27FC236}">
                    <a16:creationId xmlns:a16="http://schemas.microsoft.com/office/drawing/2014/main" id="{62096FBA-3427-E120-803D-43010C05E65D}"/>
                  </a:ext>
                </a:extLst>
              </p:cNvPr>
              <p:cNvPicPr/>
              <p:nvPr/>
            </p:nvPicPr>
            <p:blipFill>
              <a:blip r:embed="rId11"/>
              <a:stretch>
                <a:fillRect/>
              </a:stretch>
            </p:blipFill>
            <p:spPr>
              <a:xfrm>
                <a:off x="4947392" y="281630"/>
                <a:ext cx="35676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6" name="Ink 25">
                <a:extLst>
                  <a:ext uri="{FF2B5EF4-FFF2-40B4-BE49-F238E27FC236}">
                    <a16:creationId xmlns:a16="http://schemas.microsoft.com/office/drawing/2014/main" id="{EB4BB767-E6B1-0BF7-274E-65C0E8F67E2D}"/>
                  </a:ext>
                </a:extLst>
              </p14:cNvPr>
              <p14:cNvContentPartPr/>
              <p14:nvPr/>
            </p14:nvContentPartPr>
            <p14:xfrm>
              <a:off x="4905272" y="217910"/>
              <a:ext cx="535320" cy="162720"/>
            </p14:xfrm>
          </p:contentPart>
        </mc:Choice>
        <mc:Fallback xmlns="">
          <p:pic>
            <p:nvPicPr>
              <p:cNvPr id="26" name="Ink 25">
                <a:extLst>
                  <a:ext uri="{FF2B5EF4-FFF2-40B4-BE49-F238E27FC236}">
                    <a16:creationId xmlns:a16="http://schemas.microsoft.com/office/drawing/2014/main" id="{EB4BB767-E6B1-0BF7-274E-65C0E8F67E2D}"/>
                  </a:ext>
                </a:extLst>
              </p:cNvPr>
              <p:cNvPicPr/>
              <p:nvPr/>
            </p:nvPicPr>
            <p:blipFill>
              <a:blip r:embed="rId13"/>
              <a:stretch>
                <a:fillRect/>
              </a:stretch>
            </p:blipFill>
            <p:spPr>
              <a:xfrm>
                <a:off x="4842632" y="154910"/>
                <a:ext cx="66096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9" name="Ink 28">
                <a:extLst>
                  <a:ext uri="{FF2B5EF4-FFF2-40B4-BE49-F238E27FC236}">
                    <a16:creationId xmlns:a16="http://schemas.microsoft.com/office/drawing/2014/main" id="{B74F9875-98AB-3163-F481-FED959655DFF}"/>
                  </a:ext>
                </a:extLst>
              </p14:cNvPr>
              <p14:cNvContentPartPr/>
              <p14:nvPr/>
            </p14:nvContentPartPr>
            <p14:xfrm>
              <a:off x="3933632" y="260030"/>
              <a:ext cx="327600" cy="144720"/>
            </p14:xfrm>
          </p:contentPart>
        </mc:Choice>
        <mc:Fallback xmlns="">
          <p:pic>
            <p:nvPicPr>
              <p:cNvPr id="29" name="Ink 28">
                <a:extLst>
                  <a:ext uri="{FF2B5EF4-FFF2-40B4-BE49-F238E27FC236}">
                    <a16:creationId xmlns:a16="http://schemas.microsoft.com/office/drawing/2014/main" id="{B74F9875-98AB-3163-F481-FED959655DFF}"/>
                  </a:ext>
                </a:extLst>
              </p:cNvPr>
              <p:cNvPicPr/>
              <p:nvPr/>
            </p:nvPicPr>
            <p:blipFill>
              <a:blip r:embed="rId15"/>
              <a:stretch>
                <a:fillRect/>
              </a:stretch>
            </p:blipFill>
            <p:spPr>
              <a:xfrm>
                <a:off x="3870992" y="197390"/>
                <a:ext cx="453240" cy="270360"/>
              </a:xfrm>
              <a:prstGeom prst="rect">
                <a:avLst/>
              </a:prstGeom>
            </p:spPr>
          </p:pic>
        </mc:Fallback>
      </mc:AlternateContent>
      <p:grpSp>
        <p:nvGrpSpPr>
          <p:cNvPr id="32" name="Group 31">
            <a:extLst>
              <a:ext uri="{FF2B5EF4-FFF2-40B4-BE49-F238E27FC236}">
                <a16:creationId xmlns:a16="http://schemas.microsoft.com/office/drawing/2014/main" id="{9FBE1300-0D33-70D5-6E9B-E338BA5B41F2}"/>
              </a:ext>
            </a:extLst>
          </p:cNvPr>
          <p:cNvGrpSpPr/>
          <p:nvPr/>
        </p:nvGrpSpPr>
        <p:grpSpPr>
          <a:xfrm>
            <a:off x="3804032" y="91190"/>
            <a:ext cx="897840" cy="338760"/>
            <a:chOff x="3804032" y="91190"/>
            <a:chExt cx="897840" cy="338760"/>
          </a:xfrm>
        </p:grpSpPr>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D77BDC0C-8CB0-8522-973B-F7BF2D69A2CB}"/>
                    </a:ext>
                  </a:extLst>
                </p14:cNvPr>
                <p14:cNvContentPartPr/>
                <p14:nvPr/>
              </p14:nvContentPartPr>
              <p14:xfrm>
                <a:off x="3853352" y="325910"/>
                <a:ext cx="601920" cy="104040"/>
              </p14:xfrm>
            </p:contentPart>
          </mc:Choice>
          <mc:Fallback xmlns="">
            <p:pic>
              <p:nvPicPr>
                <p:cNvPr id="18" name="Ink 17">
                  <a:extLst>
                    <a:ext uri="{FF2B5EF4-FFF2-40B4-BE49-F238E27FC236}">
                      <a16:creationId xmlns:a16="http://schemas.microsoft.com/office/drawing/2014/main" id="{D77BDC0C-8CB0-8522-973B-F7BF2D69A2CB}"/>
                    </a:ext>
                  </a:extLst>
                </p:cNvPr>
                <p:cNvPicPr/>
                <p:nvPr/>
              </p:nvPicPr>
              <p:blipFill>
                <a:blip r:embed="rId17"/>
                <a:stretch>
                  <a:fillRect/>
                </a:stretch>
              </p:blipFill>
              <p:spPr>
                <a:xfrm>
                  <a:off x="3790712" y="262910"/>
                  <a:ext cx="72756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75E07503-8666-EB78-97F1-72E631F3D6C1}"/>
                    </a:ext>
                  </a:extLst>
                </p14:cNvPr>
                <p14:cNvContentPartPr/>
                <p14:nvPr/>
              </p14:nvContentPartPr>
              <p14:xfrm>
                <a:off x="3804032" y="91190"/>
                <a:ext cx="897840" cy="236880"/>
              </p14:xfrm>
            </p:contentPart>
          </mc:Choice>
          <mc:Fallback xmlns="">
            <p:pic>
              <p:nvPicPr>
                <p:cNvPr id="19" name="Ink 18">
                  <a:extLst>
                    <a:ext uri="{FF2B5EF4-FFF2-40B4-BE49-F238E27FC236}">
                      <a16:creationId xmlns:a16="http://schemas.microsoft.com/office/drawing/2014/main" id="{75E07503-8666-EB78-97F1-72E631F3D6C1}"/>
                    </a:ext>
                  </a:extLst>
                </p:cNvPr>
                <p:cNvPicPr/>
                <p:nvPr/>
              </p:nvPicPr>
              <p:blipFill>
                <a:blip r:embed="rId19"/>
                <a:stretch>
                  <a:fillRect/>
                </a:stretch>
              </p:blipFill>
              <p:spPr>
                <a:xfrm>
                  <a:off x="3741032" y="28550"/>
                  <a:ext cx="102348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1" name="Ink 30">
                  <a:extLst>
                    <a:ext uri="{FF2B5EF4-FFF2-40B4-BE49-F238E27FC236}">
                      <a16:creationId xmlns:a16="http://schemas.microsoft.com/office/drawing/2014/main" id="{E5B92CA8-9663-ABAA-03A2-08CC06CD6043}"/>
                    </a:ext>
                  </a:extLst>
                </p14:cNvPr>
                <p14:cNvContentPartPr/>
                <p14:nvPr/>
              </p14:nvContentPartPr>
              <p14:xfrm>
                <a:off x="3862712" y="233030"/>
                <a:ext cx="360" cy="13320"/>
              </p14:xfrm>
            </p:contentPart>
          </mc:Choice>
          <mc:Fallback xmlns="">
            <p:pic>
              <p:nvPicPr>
                <p:cNvPr id="31" name="Ink 30">
                  <a:extLst>
                    <a:ext uri="{FF2B5EF4-FFF2-40B4-BE49-F238E27FC236}">
                      <a16:creationId xmlns:a16="http://schemas.microsoft.com/office/drawing/2014/main" id="{E5B92CA8-9663-ABAA-03A2-08CC06CD6043}"/>
                    </a:ext>
                  </a:extLst>
                </p:cNvPr>
                <p:cNvPicPr/>
                <p:nvPr/>
              </p:nvPicPr>
              <p:blipFill>
                <a:blip r:embed="rId21"/>
                <a:stretch>
                  <a:fillRect/>
                </a:stretch>
              </p:blipFill>
              <p:spPr>
                <a:xfrm>
                  <a:off x="3799712" y="170390"/>
                  <a:ext cx="126000" cy="138960"/>
                </a:xfrm>
                <a:prstGeom prst="rect">
                  <a:avLst/>
                </a:prstGeom>
              </p:spPr>
            </p:pic>
          </mc:Fallback>
        </mc:AlternateContent>
      </p:grpSp>
    </p:spTree>
  </p:cSld>
  <p:clrMapOvr>
    <a:masterClrMapping/>
  </p:clrMapOvr>
  <p:transition spd="slow" advClick="0">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rot="5400000">
            <a:off x="6469226" y="1135225"/>
            <a:ext cx="6857998" cy="4587551"/>
          </a:xfrm>
          <a:prstGeom prst="rect">
            <a:avLst/>
          </a:prstGeom>
        </p:spPr>
      </p:pic>
      <p:sp>
        <p:nvSpPr>
          <p:cNvPr id="3" name="Text 0"/>
          <p:cNvSpPr/>
          <p:nvPr/>
        </p:nvSpPr>
        <p:spPr>
          <a:xfrm>
            <a:off x="661475" y="1415455"/>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333F70"/>
                </a:solidFill>
                <a:latin typeface="Unbounded Bold" pitchFamily="34" charset="0"/>
                <a:ea typeface="Unbounded Bold" pitchFamily="34" charset="-122"/>
                <a:cs typeface="Unbounded Bold" pitchFamily="34" charset="-120"/>
              </a:rPr>
              <a:t>Master Data &amp; Calculations</a:t>
            </a:r>
            <a:endParaRPr lang="en-US" sz="3700" dirty="0"/>
          </a:p>
        </p:txBody>
      </p:sp>
      <p:sp>
        <p:nvSpPr>
          <p:cNvPr id="4" name="Text 1"/>
          <p:cNvSpPr/>
          <p:nvPr/>
        </p:nvSpPr>
        <p:spPr>
          <a:xfrm>
            <a:off x="661475" y="2880221"/>
            <a:ext cx="6296860"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The Master Data table joins </a:t>
            </a:r>
            <a:r>
              <a:rPr lang="en-US" sz="1450" b="1" dirty="0">
                <a:solidFill>
                  <a:srgbClr val="333F70"/>
                </a:solidFill>
                <a:latin typeface="Open Sans Bold" pitchFamily="34" charset="0"/>
                <a:ea typeface="Open Sans Bold" pitchFamily="34" charset="-122"/>
                <a:cs typeface="Open Sans Bold" pitchFamily="34" charset="-120"/>
              </a:rPr>
              <a:t>Customers</a:t>
            </a:r>
            <a:r>
              <a:rPr lang="en-US" sz="1450" dirty="0">
                <a:solidFill>
                  <a:srgbClr val="333F70"/>
                </a:solidFill>
                <a:latin typeface="Open Sans" pitchFamily="34" charset="0"/>
                <a:ea typeface="Open Sans" pitchFamily="34" charset="-122"/>
                <a:cs typeface="Open Sans" pitchFamily="34" charset="-120"/>
              </a:rPr>
              <a:t>, </a:t>
            </a:r>
            <a:r>
              <a:rPr lang="en-US" sz="1450" b="1" dirty="0">
                <a:solidFill>
                  <a:srgbClr val="333F70"/>
                </a:solidFill>
                <a:latin typeface="Open Sans Bold" pitchFamily="34" charset="0"/>
                <a:ea typeface="Open Sans Bold" pitchFamily="34" charset="-122"/>
                <a:cs typeface="Open Sans Bold" pitchFamily="34" charset="-120"/>
              </a:rPr>
              <a:t>Products</a:t>
            </a:r>
            <a:r>
              <a:rPr lang="en-US" sz="1450" dirty="0">
                <a:solidFill>
                  <a:srgbClr val="333F70"/>
                </a:solidFill>
                <a:latin typeface="Open Sans" pitchFamily="34" charset="0"/>
                <a:ea typeface="Open Sans" pitchFamily="34" charset="-122"/>
                <a:cs typeface="Open Sans" pitchFamily="34" charset="-120"/>
              </a:rPr>
              <a:t>, and </a:t>
            </a:r>
            <a:r>
              <a:rPr lang="en-US" sz="1450" b="1" dirty="0">
                <a:solidFill>
                  <a:srgbClr val="333F70"/>
                </a:solidFill>
                <a:latin typeface="Open Sans Bold" pitchFamily="34" charset="0"/>
                <a:ea typeface="Open Sans Bold" pitchFamily="34" charset="-122"/>
                <a:cs typeface="Open Sans Bold" pitchFamily="34" charset="-120"/>
              </a:rPr>
              <a:t>Sales</a:t>
            </a:r>
            <a:r>
              <a:rPr lang="en-US" sz="1450" dirty="0">
                <a:solidFill>
                  <a:srgbClr val="333F70"/>
                </a:solidFill>
                <a:latin typeface="Open Sans" pitchFamily="34" charset="0"/>
                <a:ea typeface="Open Sans" pitchFamily="34" charset="-122"/>
                <a:cs typeface="Open Sans" pitchFamily="34" charset="-120"/>
              </a:rPr>
              <a:t>, then adds </a:t>
            </a:r>
            <a:r>
              <a:rPr lang="en-US" sz="1450" b="1" dirty="0">
                <a:solidFill>
                  <a:srgbClr val="333F70"/>
                </a:solidFill>
                <a:latin typeface="Open Sans Bold" pitchFamily="34" charset="0"/>
                <a:ea typeface="Open Sans Bold" pitchFamily="34" charset="-122"/>
                <a:cs typeface="Open Sans Bold" pitchFamily="34" charset="-120"/>
              </a:rPr>
              <a:t>cost price</a:t>
            </a:r>
            <a:r>
              <a:rPr lang="en-US" sz="1450" dirty="0">
                <a:solidFill>
                  <a:srgbClr val="333F70"/>
                </a:solidFill>
                <a:latin typeface="Open Sans" pitchFamily="34" charset="0"/>
                <a:ea typeface="Open Sans" pitchFamily="34" charset="-122"/>
                <a:cs typeface="Open Sans" pitchFamily="34" charset="-120"/>
              </a:rPr>
              <a:t> and an </a:t>
            </a:r>
            <a:r>
              <a:rPr lang="en-US" sz="1450" b="1" dirty="0">
                <a:solidFill>
                  <a:srgbClr val="333F70"/>
                </a:solidFill>
                <a:latin typeface="Open Sans Bold" pitchFamily="34" charset="0"/>
                <a:ea typeface="Open Sans Bold" pitchFamily="34" charset="-122"/>
                <a:cs typeface="Open Sans Bold" pitchFamily="34" charset="-120"/>
              </a:rPr>
              <a:t>Order-level Profit</a:t>
            </a:r>
            <a:r>
              <a:rPr lang="en-US" sz="1450" dirty="0">
                <a:solidFill>
                  <a:srgbClr val="333F70"/>
                </a:solidFill>
                <a:latin typeface="Open Sans" pitchFamily="34" charset="0"/>
                <a:ea typeface="Open Sans" pitchFamily="34" charset="-122"/>
                <a:cs typeface="Open Sans" pitchFamily="34" charset="-120"/>
              </a:rPr>
              <a:t> field. This feeds KPI and dashboard layers for consistent reporting.</a:t>
            </a:r>
            <a:endParaRPr lang="en-US" sz="1450" dirty="0"/>
          </a:p>
        </p:txBody>
      </p:sp>
      <p:sp>
        <p:nvSpPr>
          <p:cNvPr id="5" name="Shape 2"/>
          <p:cNvSpPr/>
          <p:nvPr/>
        </p:nvSpPr>
        <p:spPr>
          <a:xfrm>
            <a:off x="661475" y="4000103"/>
            <a:ext cx="3053877" cy="1442343"/>
          </a:xfrm>
          <a:prstGeom prst="roundRect">
            <a:avLst>
              <a:gd name="adj" fmla="val 5504"/>
            </a:avLst>
          </a:prstGeom>
          <a:solidFill>
            <a:srgbClr val="FFFFFF"/>
          </a:solidFill>
          <a:ln w="25399">
            <a:solidFill>
              <a:srgbClr val="BCDBD4"/>
            </a:solidFill>
            <a:prstDash val="solid"/>
          </a:ln>
        </p:spPr>
      </p:sp>
      <p:sp>
        <p:nvSpPr>
          <p:cNvPr id="6" name="Text 3"/>
          <p:cNvSpPr/>
          <p:nvPr/>
        </p:nvSpPr>
        <p:spPr>
          <a:xfrm>
            <a:off x="875881" y="4214515"/>
            <a:ext cx="2625064"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Calculated Fields</a:t>
            </a:r>
            <a:endParaRPr lang="en-US" sz="1850" dirty="0"/>
          </a:p>
        </p:txBody>
      </p:sp>
      <p:sp>
        <p:nvSpPr>
          <p:cNvPr id="7" name="Text 4"/>
          <p:cNvSpPr/>
          <p:nvPr/>
        </p:nvSpPr>
        <p:spPr>
          <a:xfrm>
            <a:off x="875881" y="4623197"/>
            <a:ext cx="2625064"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Profit = Revenue − Cost (order-level)</a:t>
            </a:r>
            <a:endParaRPr lang="en-US" sz="1450" dirty="0"/>
          </a:p>
        </p:txBody>
      </p:sp>
      <p:sp>
        <p:nvSpPr>
          <p:cNvPr id="8" name="Shape 5"/>
          <p:cNvSpPr/>
          <p:nvPr/>
        </p:nvSpPr>
        <p:spPr>
          <a:xfrm>
            <a:off x="3904359" y="4000103"/>
            <a:ext cx="3053976" cy="1442343"/>
          </a:xfrm>
          <a:prstGeom prst="roundRect">
            <a:avLst>
              <a:gd name="adj" fmla="val 5504"/>
            </a:avLst>
          </a:prstGeom>
          <a:solidFill>
            <a:srgbClr val="FFFFFF"/>
          </a:solidFill>
          <a:ln w="25399">
            <a:solidFill>
              <a:srgbClr val="BCDBD4"/>
            </a:solidFill>
            <a:prstDash val="solid"/>
          </a:ln>
        </p:spPr>
      </p:sp>
      <p:sp>
        <p:nvSpPr>
          <p:cNvPr id="9" name="Text 6"/>
          <p:cNvSpPr/>
          <p:nvPr/>
        </p:nvSpPr>
        <p:spPr>
          <a:xfrm>
            <a:off x="4118765" y="4214515"/>
            <a:ext cx="2625163"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Enrichment</a:t>
            </a:r>
            <a:endParaRPr lang="en-US" sz="1850" dirty="0"/>
          </a:p>
        </p:txBody>
      </p:sp>
      <p:sp>
        <p:nvSpPr>
          <p:cNvPr id="10" name="Text 7"/>
          <p:cNvSpPr/>
          <p:nvPr/>
        </p:nvSpPr>
        <p:spPr>
          <a:xfrm>
            <a:off x="4118765" y="4623197"/>
            <a:ext cx="2625163"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Customer tiers, age groups, geography for segmentation</a:t>
            </a:r>
            <a:endParaRPr lang="en-US" sz="1450" dirty="0"/>
          </a:p>
        </p:txBody>
      </p:sp>
    </p:spTree>
  </p:cSld>
  <p:clrMapOvr>
    <a:masterClrMapping/>
  </p:clrMapOvr>
  <p:transition spd="med" advClick="0">
    <p:pull/>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5855255" y="1543538"/>
            <a:ext cx="6336745"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333F70"/>
                </a:solidFill>
                <a:latin typeface="Unbounded Bold" pitchFamily="34" charset="0"/>
                <a:ea typeface="Unbounded Bold" pitchFamily="34" charset="-122"/>
                <a:cs typeface="Unbounded Bold" pitchFamily="34" charset="-120"/>
              </a:rPr>
              <a:t>Key Features &amp; Dashboards</a:t>
            </a:r>
            <a:endParaRPr lang="en-US" sz="3700" dirty="0"/>
          </a:p>
        </p:txBody>
      </p:sp>
      <p:sp>
        <p:nvSpPr>
          <p:cNvPr id="4" name="Text 1"/>
          <p:cNvSpPr/>
          <p:nvPr/>
        </p:nvSpPr>
        <p:spPr>
          <a:xfrm>
            <a:off x="5855255" y="2718783"/>
            <a:ext cx="6336745" cy="604838"/>
          </a:xfrm>
          <a:prstGeom prst="rect">
            <a:avLst/>
          </a:prstGeom>
          <a:noFill/>
          <a:ln/>
        </p:spPr>
        <p:txBody>
          <a:bodyPr wrap="square" lIns="0" tIns="0" rIns="0" bIns="0" rtlCol="0" anchor="t">
            <a:normAutofit/>
          </a:bodyPr>
          <a:lstStyle/>
          <a:p>
            <a:pPr marL="0" indent="0" algn="l">
              <a:lnSpc>
                <a:spcPct val="133000"/>
              </a:lnSpc>
              <a:buNone/>
            </a:pPr>
            <a:r>
              <a:rPr lang="en-US" sz="1450" b="1" dirty="0">
                <a:solidFill>
                  <a:srgbClr val="333F70"/>
                </a:solidFill>
                <a:latin typeface="Open Sans Bold" pitchFamily="34" charset="0"/>
                <a:ea typeface="Open Sans Bold" pitchFamily="34" charset="-122"/>
                <a:cs typeface="Open Sans Bold" pitchFamily="34" charset="-120"/>
              </a:rPr>
              <a:t>Built for layered reporting</a:t>
            </a:r>
            <a:r>
              <a:rPr lang="en-US" sz="1450" dirty="0">
                <a:solidFill>
                  <a:srgbClr val="333F70"/>
                </a:solidFill>
                <a:latin typeface="Open Sans" pitchFamily="34" charset="0"/>
                <a:ea typeface="Open Sans" pitchFamily="34" charset="-122"/>
                <a:cs typeface="Open Sans" pitchFamily="34" charset="-120"/>
              </a:rPr>
              <a:t> from raw data to master tables to executive dashboards.</a:t>
            </a:r>
            <a:endParaRPr lang="en-US" sz="1450" dirty="0"/>
          </a:p>
        </p:txBody>
      </p:sp>
      <p:sp>
        <p:nvSpPr>
          <p:cNvPr id="5" name="Shape 2"/>
          <p:cNvSpPr/>
          <p:nvPr/>
        </p:nvSpPr>
        <p:spPr>
          <a:xfrm>
            <a:off x="5855255" y="3633027"/>
            <a:ext cx="3073819" cy="1820366"/>
          </a:xfrm>
          <a:prstGeom prst="roundRect">
            <a:avLst>
              <a:gd name="adj" fmla="val 4361"/>
            </a:avLst>
          </a:prstGeom>
          <a:solidFill>
            <a:srgbClr val="FFFFFF"/>
          </a:solidFill>
          <a:ln w="25399">
            <a:solidFill>
              <a:srgbClr val="BCDBD4"/>
            </a:solidFill>
            <a:prstDash val="solid"/>
          </a:ln>
        </p:spPr>
      </p:sp>
      <p:sp>
        <p:nvSpPr>
          <p:cNvPr id="6" name="Text 3"/>
          <p:cNvSpPr/>
          <p:nvPr/>
        </p:nvSpPr>
        <p:spPr>
          <a:xfrm>
            <a:off x="6096000" y="3842501"/>
            <a:ext cx="2645006"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Charts</a:t>
            </a:r>
            <a:endParaRPr lang="en-US" sz="1850" dirty="0"/>
          </a:p>
        </p:txBody>
      </p:sp>
      <p:sp>
        <p:nvSpPr>
          <p:cNvPr id="7" name="Text 4"/>
          <p:cNvSpPr/>
          <p:nvPr/>
        </p:nvSpPr>
        <p:spPr>
          <a:xfrm>
            <a:off x="6096000" y="4289429"/>
            <a:ext cx="2645006"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Bar charts, Pie charts and maps for visual understanding</a:t>
            </a:r>
            <a:endParaRPr lang="en-US" sz="1450" dirty="0"/>
          </a:p>
        </p:txBody>
      </p:sp>
      <p:sp>
        <p:nvSpPr>
          <p:cNvPr id="8" name="Shape 5"/>
          <p:cNvSpPr/>
          <p:nvPr/>
        </p:nvSpPr>
        <p:spPr>
          <a:xfrm>
            <a:off x="9040852" y="3600847"/>
            <a:ext cx="3073918" cy="1820366"/>
          </a:xfrm>
          <a:prstGeom prst="roundRect">
            <a:avLst>
              <a:gd name="adj" fmla="val 4361"/>
            </a:avLst>
          </a:prstGeom>
          <a:solidFill>
            <a:srgbClr val="FFFFFF"/>
          </a:solidFill>
          <a:ln w="25399">
            <a:solidFill>
              <a:srgbClr val="BCDBD4"/>
            </a:solidFill>
            <a:prstDash val="solid"/>
          </a:ln>
        </p:spPr>
      </p:sp>
      <p:sp>
        <p:nvSpPr>
          <p:cNvPr id="9" name="Text 6"/>
          <p:cNvSpPr/>
          <p:nvPr/>
        </p:nvSpPr>
        <p:spPr>
          <a:xfrm>
            <a:off x="9208143" y="3832959"/>
            <a:ext cx="2645106" cy="295275"/>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Slicers</a:t>
            </a:r>
            <a:endParaRPr lang="en-US" sz="1850" dirty="0"/>
          </a:p>
        </p:txBody>
      </p:sp>
      <p:sp>
        <p:nvSpPr>
          <p:cNvPr id="10" name="Text 7"/>
          <p:cNvSpPr/>
          <p:nvPr/>
        </p:nvSpPr>
        <p:spPr>
          <a:xfrm>
            <a:off x="9208143" y="4309957"/>
            <a:ext cx="264510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categorical slicers for more specific insights</a:t>
            </a:r>
            <a:endParaRPr lang="en-US" sz="1450" dirty="0"/>
          </a:p>
        </p:txBody>
      </p:sp>
      <p:pic>
        <p:nvPicPr>
          <p:cNvPr id="12" name="Picture 11">
            <a:extLst>
              <a:ext uri="{FF2B5EF4-FFF2-40B4-BE49-F238E27FC236}">
                <a16:creationId xmlns:a16="http://schemas.microsoft.com/office/drawing/2014/main" id="{6842BFF8-0B48-023E-28A4-E4947CC7CF9A}"/>
              </a:ext>
            </a:extLst>
          </p:cNvPr>
          <p:cNvPicPr>
            <a:picLocks noChangeAspect="1"/>
          </p:cNvPicPr>
          <p:nvPr/>
        </p:nvPicPr>
        <p:blipFill>
          <a:blip r:embed="rId3"/>
          <a:stretch>
            <a:fillRect/>
          </a:stretch>
        </p:blipFill>
        <p:spPr>
          <a:xfrm>
            <a:off x="10530696" y="6404489"/>
            <a:ext cx="1661304" cy="441998"/>
          </a:xfrm>
          <a:prstGeom prst="rect">
            <a:avLst/>
          </a:prstGeom>
        </p:spPr>
      </p:pic>
      <p:pic>
        <p:nvPicPr>
          <p:cNvPr id="14" name="Picture 13">
            <a:extLst>
              <a:ext uri="{FF2B5EF4-FFF2-40B4-BE49-F238E27FC236}">
                <a16:creationId xmlns:a16="http://schemas.microsoft.com/office/drawing/2014/main" id="{1D3D9634-A341-3194-B8A1-2D3B4ED4CF84}"/>
              </a:ext>
            </a:extLst>
          </p:cNvPr>
          <p:cNvPicPr>
            <a:picLocks noChangeAspect="1"/>
          </p:cNvPicPr>
          <p:nvPr/>
        </p:nvPicPr>
        <p:blipFill>
          <a:blip r:embed="rId4"/>
          <a:stretch>
            <a:fillRect/>
          </a:stretch>
        </p:blipFill>
        <p:spPr>
          <a:xfrm>
            <a:off x="36697" y="1048854"/>
            <a:ext cx="5662151" cy="4549534"/>
          </a:xfrm>
          <a:prstGeom prst="rect">
            <a:avLst/>
          </a:prstGeom>
        </p:spPr>
      </p:pic>
    </p:spTree>
  </p:cSld>
  <p:clrMapOvr>
    <a:masterClrMapping/>
  </p:clrMapOvr>
  <p:transition spd="med" advClick="0">
    <p:pull dir="r"/>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782042"/>
            <a:ext cx="6296860" cy="590649"/>
          </a:xfrm>
          <a:prstGeom prst="rect">
            <a:avLst/>
          </a:prstGeom>
          <a:noFill/>
          <a:ln/>
        </p:spPr>
        <p:txBody>
          <a:bodyPr wrap="none" lIns="0" tIns="0" rIns="0" bIns="0" rtlCol="0" anchor="t"/>
          <a:lstStyle/>
          <a:p>
            <a:pPr marL="0" indent="0" algn="l">
              <a:lnSpc>
                <a:spcPct val="104000"/>
              </a:lnSpc>
              <a:buNone/>
            </a:pPr>
            <a:r>
              <a:rPr lang="en-US" sz="3700" b="1" dirty="0">
                <a:solidFill>
                  <a:srgbClr val="333F70"/>
                </a:solidFill>
                <a:latin typeface="Unbounded Bold" pitchFamily="34" charset="0"/>
                <a:ea typeface="Unbounded Bold" pitchFamily="34" charset="-122"/>
                <a:cs typeface="Unbounded Bold" pitchFamily="34" charset="-120"/>
              </a:rPr>
              <a:t>Business Summary</a:t>
            </a:r>
            <a:endParaRPr lang="en-US" sz="3700" dirty="0"/>
          </a:p>
        </p:txBody>
      </p:sp>
      <p:sp>
        <p:nvSpPr>
          <p:cNvPr id="4" name="Text 1"/>
          <p:cNvSpPr/>
          <p:nvPr/>
        </p:nvSpPr>
        <p:spPr>
          <a:xfrm>
            <a:off x="5233360" y="1656159"/>
            <a:ext cx="6296860"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Aggregate results from the dataset: </a:t>
            </a:r>
            <a:r>
              <a:rPr lang="en-US" sz="1450" b="1" dirty="0">
                <a:solidFill>
                  <a:srgbClr val="333F70"/>
                </a:solidFill>
                <a:latin typeface="Open Sans Bold" pitchFamily="34" charset="0"/>
                <a:ea typeface="Open Sans Bold" pitchFamily="34" charset="-122"/>
                <a:cs typeface="Open Sans Bold" pitchFamily="34" charset="-120"/>
              </a:rPr>
              <a:t>₹593.1 crore</a:t>
            </a:r>
            <a:r>
              <a:rPr lang="en-US" sz="1450" dirty="0">
                <a:solidFill>
                  <a:srgbClr val="333F70"/>
                </a:solidFill>
                <a:latin typeface="Open Sans" pitchFamily="34" charset="0"/>
                <a:ea typeface="Open Sans" pitchFamily="34" charset="-122"/>
                <a:cs typeface="Open Sans" pitchFamily="34" charset="-120"/>
              </a:rPr>
              <a:t> in revenue with an </a:t>
            </a:r>
            <a:r>
              <a:rPr lang="en-US" sz="1450" b="1" dirty="0">
                <a:solidFill>
                  <a:srgbClr val="333F70"/>
                </a:solidFill>
                <a:latin typeface="Open Sans Bold" pitchFamily="34" charset="0"/>
                <a:ea typeface="Open Sans Bold" pitchFamily="34" charset="-122"/>
                <a:cs typeface="Open Sans Bold" pitchFamily="34" charset="-120"/>
              </a:rPr>
              <a:t>8.2%</a:t>
            </a:r>
            <a:r>
              <a:rPr lang="en-US" sz="1450" dirty="0">
                <a:solidFill>
                  <a:srgbClr val="333F70"/>
                </a:solidFill>
                <a:latin typeface="Open Sans" pitchFamily="34" charset="0"/>
                <a:ea typeface="Open Sans" pitchFamily="34" charset="-122"/>
                <a:cs typeface="Open Sans" pitchFamily="34" charset="-120"/>
              </a:rPr>
              <a:t> profit margin across </a:t>
            </a:r>
            <a:r>
              <a:rPr lang="en-US" sz="1450" b="1" dirty="0">
                <a:solidFill>
                  <a:srgbClr val="333F70"/>
                </a:solidFill>
                <a:latin typeface="Open Sans Bold" pitchFamily="34" charset="0"/>
                <a:ea typeface="Open Sans Bold" pitchFamily="34" charset="-122"/>
                <a:cs typeface="Open Sans Bold" pitchFamily="34" charset="-120"/>
              </a:rPr>
              <a:t>250,000 orders</a:t>
            </a:r>
            <a:r>
              <a:rPr lang="en-US" sz="1450" dirty="0">
                <a:solidFill>
                  <a:srgbClr val="333F70"/>
                </a:solidFill>
                <a:latin typeface="Open Sans" pitchFamily="34" charset="0"/>
                <a:ea typeface="Open Sans" pitchFamily="34" charset="-122"/>
                <a:cs typeface="Open Sans" pitchFamily="34" charset="-120"/>
              </a:rPr>
              <a:t>. The business appears healthy with clear improvement opportunities.</a:t>
            </a:r>
            <a:endParaRPr lang="en-US" sz="14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2776041"/>
            <a:ext cx="3053877" cy="1706662"/>
          </a:xfrm>
          <a:prstGeom prst="rect">
            <a:avLst/>
          </a:prstGeom>
        </p:spPr>
      </p:pic>
      <p:sp>
        <p:nvSpPr>
          <p:cNvPr id="6" name="Text 2"/>
          <p:cNvSpPr/>
          <p:nvPr/>
        </p:nvSpPr>
        <p:spPr>
          <a:xfrm>
            <a:off x="5428717" y="2971403"/>
            <a:ext cx="2663163" cy="295275"/>
          </a:xfrm>
          <a:prstGeom prst="rect">
            <a:avLst/>
          </a:prstGeom>
          <a:noFill/>
          <a:ln/>
        </p:spPr>
        <p:txBody>
          <a:bodyPr wrap="none" lIns="0" tIns="0" rIns="0" bIns="0" rtlCol="0" anchor="t"/>
          <a:lstStyle/>
          <a:p>
            <a:pPr marL="0" indent="0" algn="ctr">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Strengths</a:t>
            </a:r>
            <a:endParaRPr lang="en-US" sz="1850" dirty="0"/>
          </a:p>
        </p:txBody>
      </p:sp>
      <p:sp>
        <p:nvSpPr>
          <p:cNvPr id="7" name="Text 3"/>
          <p:cNvSpPr/>
          <p:nvPr/>
        </p:nvSpPr>
        <p:spPr>
          <a:xfrm>
            <a:off x="5428717" y="3380085"/>
            <a:ext cx="2663163"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333F70"/>
                </a:solidFill>
                <a:latin typeface="Open Sans" pitchFamily="34" charset="0"/>
                <a:ea typeface="Open Sans" pitchFamily="34" charset="-122"/>
                <a:cs typeface="Open Sans" pitchFamily="34" charset="-120"/>
              </a:rPr>
              <a:t>High revenue scale and sustainable profit margin.</a:t>
            </a:r>
            <a:endParaRPr lang="en-US" sz="14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76244" y="2776041"/>
            <a:ext cx="3053976" cy="1706662"/>
          </a:xfrm>
          <a:prstGeom prst="rect">
            <a:avLst/>
          </a:prstGeom>
        </p:spPr>
      </p:pic>
      <p:sp>
        <p:nvSpPr>
          <p:cNvPr id="9" name="Text 4"/>
          <p:cNvSpPr/>
          <p:nvPr/>
        </p:nvSpPr>
        <p:spPr>
          <a:xfrm>
            <a:off x="8671601" y="2971403"/>
            <a:ext cx="2663262" cy="295275"/>
          </a:xfrm>
          <a:prstGeom prst="rect">
            <a:avLst/>
          </a:prstGeom>
          <a:noFill/>
          <a:ln/>
        </p:spPr>
        <p:txBody>
          <a:bodyPr wrap="none" lIns="0" tIns="0" rIns="0" bIns="0" rtlCol="0" anchor="t"/>
          <a:lstStyle/>
          <a:p>
            <a:pPr marL="0" indent="0" algn="ctr">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Opportunities</a:t>
            </a:r>
            <a:endParaRPr lang="en-US" sz="1850" dirty="0"/>
          </a:p>
        </p:txBody>
      </p:sp>
      <p:sp>
        <p:nvSpPr>
          <p:cNvPr id="10" name="Text 5"/>
          <p:cNvSpPr/>
          <p:nvPr/>
        </p:nvSpPr>
        <p:spPr>
          <a:xfrm>
            <a:off x="8671601" y="3380085"/>
            <a:ext cx="2663262" cy="907256"/>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333F70"/>
                </a:solidFill>
                <a:latin typeface="Open Sans" pitchFamily="34" charset="0"/>
                <a:ea typeface="Open Sans" pitchFamily="34" charset="-122"/>
                <a:cs typeface="Open Sans" pitchFamily="34" charset="-120"/>
              </a:rPr>
              <a:t>Expand beyond Electronics, provide UPI offers and cashbacks for greater sales.</a:t>
            </a:r>
            <a:endParaRPr lang="en-US" sz="145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3360" y="4671715"/>
            <a:ext cx="6296860" cy="1404243"/>
          </a:xfrm>
          <a:prstGeom prst="rect">
            <a:avLst/>
          </a:prstGeom>
        </p:spPr>
      </p:pic>
      <p:sp>
        <p:nvSpPr>
          <p:cNvPr id="12" name="Text 6"/>
          <p:cNvSpPr/>
          <p:nvPr/>
        </p:nvSpPr>
        <p:spPr>
          <a:xfrm>
            <a:off x="5428717" y="4867077"/>
            <a:ext cx="5906146" cy="295275"/>
          </a:xfrm>
          <a:prstGeom prst="rect">
            <a:avLst/>
          </a:prstGeom>
          <a:noFill/>
          <a:ln/>
        </p:spPr>
        <p:txBody>
          <a:bodyPr wrap="none" lIns="0" tIns="0" rIns="0" bIns="0" rtlCol="0" anchor="t"/>
          <a:lstStyle/>
          <a:p>
            <a:pPr marL="0" indent="0" algn="ctr">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Future Improvements</a:t>
            </a:r>
            <a:endParaRPr lang="en-US" sz="1850" dirty="0"/>
          </a:p>
        </p:txBody>
      </p:sp>
      <p:sp>
        <p:nvSpPr>
          <p:cNvPr id="13" name="Text 7"/>
          <p:cNvSpPr/>
          <p:nvPr/>
        </p:nvSpPr>
        <p:spPr>
          <a:xfrm>
            <a:off x="5428717" y="5275759"/>
            <a:ext cx="5906146"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333F70"/>
                </a:solidFill>
                <a:latin typeface="Open Sans" pitchFamily="34" charset="0"/>
                <a:ea typeface="Open Sans" pitchFamily="34" charset="-122"/>
                <a:cs typeface="Open Sans" pitchFamily="34" charset="-120"/>
              </a:rPr>
              <a:t>Prioritize marketing, inventory and delivery capacity in high-demand regions.</a:t>
            </a:r>
            <a:endParaRPr lang="en-US" sz="1450" dirty="0"/>
          </a:p>
        </p:txBody>
      </p:sp>
      <p:pic>
        <p:nvPicPr>
          <p:cNvPr id="15" name="Picture 14">
            <a:extLst>
              <a:ext uri="{FF2B5EF4-FFF2-40B4-BE49-F238E27FC236}">
                <a16:creationId xmlns:a16="http://schemas.microsoft.com/office/drawing/2014/main" id="{98BF2A7F-EC17-F5C3-4394-7F1A4FD68971}"/>
              </a:ext>
            </a:extLst>
          </p:cNvPr>
          <p:cNvPicPr>
            <a:picLocks noChangeAspect="1"/>
          </p:cNvPicPr>
          <p:nvPr/>
        </p:nvPicPr>
        <p:blipFill>
          <a:blip r:embed="rId6"/>
          <a:stretch>
            <a:fillRect/>
          </a:stretch>
        </p:blipFill>
        <p:spPr>
          <a:xfrm>
            <a:off x="10530696" y="6404489"/>
            <a:ext cx="1661304" cy="44199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1834769" y="858634"/>
            <a:ext cx="8522461" cy="5766854"/>
          </a:xfrm>
          <a:prstGeom prst="rect">
            <a:avLst/>
          </a:prstGeom>
        </p:spPr>
      </p:pic>
      <p:sp>
        <p:nvSpPr>
          <p:cNvPr id="3" name="Text 0"/>
          <p:cNvSpPr/>
          <p:nvPr/>
        </p:nvSpPr>
        <p:spPr>
          <a:xfrm>
            <a:off x="3588336" y="232512"/>
            <a:ext cx="5203794" cy="590649"/>
          </a:xfrm>
          <a:prstGeom prst="rect">
            <a:avLst/>
          </a:prstGeom>
          <a:noFill/>
          <a:ln/>
        </p:spPr>
        <p:txBody>
          <a:bodyPr wrap="none" lIns="0" tIns="0" rIns="0" bIns="0" rtlCol="0" anchor="t"/>
          <a:lstStyle/>
          <a:p>
            <a:pPr marL="0" indent="0" algn="l">
              <a:lnSpc>
                <a:spcPct val="104000"/>
              </a:lnSpc>
              <a:buNone/>
            </a:pPr>
            <a:r>
              <a:rPr lang="en-US" sz="3700" b="1" dirty="0">
                <a:solidFill>
                  <a:srgbClr val="333F70"/>
                </a:solidFill>
                <a:latin typeface="Unbounded Bold" pitchFamily="34" charset="0"/>
                <a:ea typeface="Unbounded Bold" pitchFamily="34" charset="-122"/>
                <a:cs typeface="Unbounded Bold" pitchFamily="34" charset="-120"/>
              </a:rPr>
              <a:t>Final Dashboard</a:t>
            </a:r>
            <a:endParaRPr lang="en-US" sz="3700" dirty="0"/>
          </a:p>
        </p:txBody>
      </p:sp>
      <p:pic>
        <p:nvPicPr>
          <p:cNvPr id="6" name="Picture 5">
            <a:extLst>
              <a:ext uri="{FF2B5EF4-FFF2-40B4-BE49-F238E27FC236}">
                <a16:creationId xmlns:a16="http://schemas.microsoft.com/office/drawing/2014/main" id="{5C70A116-B6EA-9B08-E968-30FFF6B35486}"/>
              </a:ext>
            </a:extLst>
          </p:cNvPr>
          <p:cNvPicPr>
            <a:picLocks noChangeAspect="1"/>
          </p:cNvPicPr>
          <p:nvPr/>
        </p:nvPicPr>
        <p:blipFill>
          <a:blip r:embed="rId4"/>
          <a:stretch>
            <a:fillRect/>
          </a:stretch>
        </p:blipFill>
        <p:spPr>
          <a:xfrm>
            <a:off x="10530696" y="6404489"/>
            <a:ext cx="1661304" cy="44199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1940520"/>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333F70"/>
                </a:solidFill>
                <a:latin typeface="Unbounded Bold" pitchFamily="34" charset="0"/>
                <a:ea typeface="Unbounded Bold" pitchFamily="34" charset="-122"/>
                <a:cs typeface="Unbounded Bold" pitchFamily="34" charset="-120"/>
              </a:rPr>
              <a:t>Conclusion &amp; Learning</a:t>
            </a:r>
            <a:endParaRPr lang="en-US" sz="3700" dirty="0"/>
          </a:p>
        </p:txBody>
      </p:sp>
      <p:sp>
        <p:nvSpPr>
          <p:cNvPr id="4" name="Text 1"/>
          <p:cNvSpPr/>
          <p:nvPr/>
        </p:nvSpPr>
        <p:spPr>
          <a:xfrm>
            <a:off x="5233360" y="3405287"/>
            <a:ext cx="6296860"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33F70"/>
                </a:solidFill>
                <a:latin typeface="Open Sans" pitchFamily="34" charset="0"/>
                <a:ea typeface="Open Sans" pitchFamily="34" charset="-122"/>
                <a:cs typeface="Open Sans" pitchFamily="34" charset="-120"/>
              </a:rPr>
              <a:t>The project delivered a governed Excel model that unifies order, customer, and product data to answer revenue, profitability, customer value and operational questions. </a:t>
            </a:r>
            <a:r>
              <a:rPr lang="en-US" sz="1450" b="1" dirty="0">
                <a:solidFill>
                  <a:srgbClr val="333F70"/>
                </a:solidFill>
                <a:latin typeface="Open Sans Bold" pitchFamily="34" charset="0"/>
                <a:ea typeface="Open Sans Bold" pitchFamily="34" charset="-122"/>
                <a:cs typeface="Open Sans Bold" pitchFamily="34" charset="-120"/>
              </a:rPr>
              <a:t>Learning:</a:t>
            </a:r>
            <a:r>
              <a:rPr lang="en-US" sz="1450" dirty="0">
                <a:solidFill>
                  <a:srgbClr val="333F70"/>
                </a:solidFill>
                <a:latin typeface="Open Sans" pitchFamily="34" charset="0"/>
                <a:ea typeface="Open Sans" pitchFamily="34" charset="-122"/>
                <a:cs typeface="Open Sans" pitchFamily="34" charset="-120"/>
              </a:rPr>
              <a:t> multi-table merges, calculating KPI fields, pivot-dashboard construction, and translating KPIs into actionable insights.</a:t>
            </a:r>
            <a:endParaRPr lang="en-US" sz="1450" dirty="0"/>
          </a:p>
        </p:txBody>
      </p:sp>
      <p:pic>
        <p:nvPicPr>
          <p:cNvPr id="6" name="Picture 5">
            <a:extLst>
              <a:ext uri="{FF2B5EF4-FFF2-40B4-BE49-F238E27FC236}">
                <a16:creationId xmlns:a16="http://schemas.microsoft.com/office/drawing/2014/main" id="{6673EDB4-FF4F-BE28-3152-2C42D223CD42}"/>
              </a:ext>
            </a:extLst>
          </p:cNvPr>
          <p:cNvPicPr>
            <a:picLocks noChangeAspect="1"/>
          </p:cNvPicPr>
          <p:nvPr/>
        </p:nvPicPr>
        <p:blipFill>
          <a:blip r:embed="rId4"/>
          <a:stretch>
            <a:fillRect/>
          </a:stretch>
        </p:blipFill>
        <p:spPr>
          <a:xfrm>
            <a:off x="10530696" y="6404489"/>
            <a:ext cx="1661304" cy="44199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2167334"/>
            <a:ext cx="10868745" cy="1181398"/>
          </a:xfrm>
          <a:prstGeom prst="rect">
            <a:avLst/>
          </a:prstGeom>
          <a:noFill/>
          <a:ln/>
        </p:spPr>
        <p:txBody>
          <a:bodyPr wrap="none" lIns="0" tIns="0" rIns="0" bIns="0" rtlCol="0" anchor="t"/>
          <a:lstStyle/>
          <a:p>
            <a:pPr marL="0" indent="0" algn="ctr">
              <a:lnSpc>
                <a:spcPct val="104000"/>
              </a:lnSpc>
              <a:buNone/>
            </a:pPr>
            <a:r>
              <a:rPr lang="en-US" sz="7400" b="1" dirty="0">
                <a:solidFill>
                  <a:srgbClr val="333F70"/>
                </a:solidFill>
                <a:latin typeface="Unbounded Bold" pitchFamily="34" charset="0"/>
                <a:ea typeface="Unbounded Bold" pitchFamily="34" charset="-122"/>
                <a:cs typeface="Unbounded Bold" pitchFamily="34" charset="-120"/>
              </a:rPr>
              <a:t>Thank You!</a:t>
            </a:r>
            <a:endParaRPr lang="en-US" sz="7400" dirty="0"/>
          </a:p>
        </p:txBody>
      </p:sp>
      <p:sp>
        <p:nvSpPr>
          <p:cNvPr id="3" name="Text 1"/>
          <p:cNvSpPr/>
          <p:nvPr/>
        </p:nvSpPr>
        <p:spPr>
          <a:xfrm>
            <a:off x="661475" y="3632200"/>
            <a:ext cx="10868745" cy="472480"/>
          </a:xfrm>
          <a:prstGeom prst="rect">
            <a:avLst/>
          </a:prstGeom>
          <a:noFill/>
          <a:ln/>
        </p:spPr>
        <p:txBody>
          <a:bodyPr wrap="none" lIns="0" tIns="0" rIns="0" bIns="0" rtlCol="0" anchor="t"/>
          <a:lstStyle/>
          <a:p>
            <a:pPr marL="0" indent="0" algn="ctr">
              <a:lnSpc>
                <a:spcPct val="104000"/>
              </a:lnSpc>
              <a:buNone/>
            </a:pPr>
            <a:r>
              <a:rPr lang="en-US" sz="2950" b="1" dirty="0">
                <a:solidFill>
                  <a:srgbClr val="333F70"/>
                </a:solidFill>
                <a:latin typeface="Unbounded Bold" pitchFamily="34" charset="0"/>
                <a:ea typeface="Unbounded Bold" pitchFamily="34" charset="-122"/>
                <a:cs typeface="Unbounded Bold" pitchFamily="34" charset="-120"/>
              </a:rPr>
              <a:t>Questions are Welcome</a:t>
            </a:r>
            <a:endParaRPr lang="en-US" sz="2950" dirty="0"/>
          </a:p>
        </p:txBody>
      </p:sp>
      <p:sp>
        <p:nvSpPr>
          <p:cNvPr id="4" name="Text 2"/>
          <p:cNvSpPr/>
          <p:nvPr/>
        </p:nvSpPr>
        <p:spPr>
          <a:xfrm>
            <a:off x="356682" y="4388148"/>
            <a:ext cx="11478330" cy="302419"/>
          </a:xfrm>
          <a:prstGeom prst="rect">
            <a:avLst/>
          </a:prstGeom>
          <a:noFill/>
          <a:ln/>
        </p:spPr>
        <p:txBody>
          <a:bodyPr wrap="none" lIns="0" tIns="0" rIns="0" bIns="0" rtlCol="0" anchor="t"/>
          <a:lstStyle/>
          <a:p>
            <a:pPr marL="0" indent="0" algn="ctr">
              <a:lnSpc>
                <a:spcPct val="133000"/>
              </a:lnSpc>
              <a:buNone/>
            </a:pPr>
            <a:r>
              <a:rPr lang="en-US" sz="1450" dirty="0">
                <a:solidFill>
                  <a:srgbClr val="333F70"/>
                </a:solidFill>
                <a:latin typeface="Open Sans" pitchFamily="34" charset="0"/>
                <a:ea typeface="Open Sans" pitchFamily="34" charset="-122"/>
                <a:cs typeface="Open Sans" pitchFamily="34" charset="-120"/>
              </a:rPr>
              <a:t>We appreciate your time and interest in our E-Commerce Analytics Platform.</a:t>
            </a:r>
            <a:endParaRPr lang="en-US" sz="1450" dirty="0"/>
          </a:p>
        </p:txBody>
      </p:sp>
      <p:pic>
        <p:nvPicPr>
          <p:cNvPr id="6" name="Picture 5">
            <a:extLst>
              <a:ext uri="{FF2B5EF4-FFF2-40B4-BE49-F238E27FC236}">
                <a16:creationId xmlns:a16="http://schemas.microsoft.com/office/drawing/2014/main" id="{7CEC6240-09A5-7066-1A24-0BD6806ACC5F}"/>
              </a:ext>
            </a:extLst>
          </p:cNvPr>
          <p:cNvPicPr>
            <a:picLocks noChangeAspect="1"/>
          </p:cNvPicPr>
          <p:nvPr/>
        </p:nvPicPr>
        <p:blipFill>
          <a:blip r:embed="rId3"/>
          <a:stretch>
            <a:fillRect/>
          </a:stretch>
        </p:blipFill>
        <p:spPr>
          <a:xfrm>
            <a:off x="10942132" y="6564530"/>
            <a:ext cx="1176175" cy="287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advClick="0">
        <p:circle/>
      </p:transition>
    </mc:Choice>
    <mc:Fallback xmlns="">
      <p:transition spd="slow" advClick="0">
        <p:circl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68</TotalTime>
  <Words>557</Words>
  <Application>Microsoft Office PowerPoint</Application>
  <PresentationFormat>Widescreen</PresentationFormat>
  <Paragraphs>75</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Open Sans</vt:lpstr>
      <vt:lpstr>Unbounded Bold</vt:lpstr>
      <vt:lpstr>Unbounded Light</vt:lpstr>
      <vt:lpstr>Arial</vt:lpstr>
      <vt:lpstr>Open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Sudeep Sarkar</cp:lastModifiedBy>
  <cp:revision>1</cp:revision>
  <dcterms:created xsi:type="dcterms:W3CDTF">2026-09-01T18:43:57Z</dcterms:created>
  <dcterms:modified xsi:type="dcterms:W3CDTF">2026-09-02T17:49:25Z</dcterms:modified>
</cp:coreProperties>
</file>